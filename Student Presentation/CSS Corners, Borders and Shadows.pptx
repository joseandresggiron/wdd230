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60" r:id="rId6"/>
    <p:sldId id="262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9DC206-8FD8-46FC-BF16-4ADCED029A8F}" v="24" dt="2022-05-26T00:27:41.9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8961" autoAdjust="0"/>
  </p:normalViewPr>
  <p:slideViewPr>
    <p:cSldViewPr snapToGrid="0">
      <p:cViewPr varScale="1">
        <p:scale>
          <a:sx n="81" d="100"/>
          <a:sy n="81" d="100"/>
        </p:scale>
        <p:origin x="1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Giron" userId="2eec2bfe826d1e24" providerId="LiveId" clId="{779DC206-8FD8-46FC-BF16-4ADCED029A8F}"/>
    <pc:docChg chg="undo custSel modSld">
      <pc:chgData name="Jose Giron" userId="2eec2bfe826d1e24" providerId="LiveId" clId="{779DC206-8FD8-46FC-BF16-4ADCED029A8F}" dt="2022-05-26T00:31:49.590" v="589"/>
      <pc:docMkLst>
        <pc:docMk/>
      </pc:docMkLst>
      <pc:sldChg chg="addSp modSp mod modNotesTx">
        <pc:chgData name="Jose Giron" userId="2eec2bfe826d1e24" providerId="LiveId" clId="{779DC206-8FD8-46FC-BF16-4ADCED029A8F}" dt="2022-05-25T23:42:21.728" v="21"/>
        <pc:sldMkLst>
          <pc:docMk/>
          <pc:sldMk cId="2635098363" sldId="257"/>
        </pc:sldMkLst>
        <pc:picChg chg="add mod modCrop">
          <ac:chgData name="Jose Giron" userId="2eec2bfe826d1e24" providerId="LiveId" clId="{779DC206-8FD8-46FC-BF16-4ADCED029A8F}" dt="2022-05-25T23:36:43.996" v="12" actId="1076"/>
          <ac:picMkLst>
            <pc:docMk/>
            <pc:sldMk cId="2635098363" sldId="257"/>
            <ac:picMk id="9" creationId="{19B9C234-65D8-C54F-5295-B2B5B3BDD5B4}"/>
          </ac:picMkLst>
        </pc:picChg>
      </pc:sldChg>
      <pc:sldChg chg="addSp delSp modSp mod modNotesTx">
        <pc:chgData name="Jose Giron" userId="2eec2bfe826d1e24" providerId="LiveId" clId="{779DC206-8FD8-46FC-BF16-4ADCED029A8F}" dt="2022-05-25T23:51:24.628" v="284" actId="207"/>
        <pc:sldMkLst>
          <pc:docMk/>
          <pc:sldMk cId="2755628348" sldId="258"/>
        </pc:sldMkLst>
        <pc:spChg chg="mod">
          <ac:chgData name="Jose Giron" userId="2eec2bfe826d1e24" providerId="LiveId" clId="{779DC206-8FD8-46FC-BF16-4ADCED029A8F}" dt="2022-05-25T23:43:04.365" v="48" actId="20577"/>
          <ac:spMkLst>
            <pc:docMk/>
            <pc:sldMk cId="2755628348" sldId="258"/>
            <ac:spMk id="2" creationId="{9917D819-851E-FA77-E701-00C35E33ACA8}"/>
          </ac:spMkLst>
        </pc:spChg>
        <pc:spChg chg="mod">
          <ac:chgData name="Jose Giron" userId="2eec2bfe826d1e24" providerId="LiveId" clId="{779DC206-8FD8-46FC-BF16-4ADCED029A8F}" dt="2022-05-25T23:51:24.628" v="284" actId="207"/>
          <ac:spMkLst>
            <pc:docMk/>
            <pc:sldMk cId="2755628348" sldId="258"/>
            <ac:spMk id="3" creationId="{DCF4C9B5-FCD9-3594-27C8-BEC542C34915}"/>
          </ac:spMkLst>
        </pc:spChg>
        <pc:spChg chg="add del">
          <ac:chgData name="Jose Giron" userId="2eec2bfe826d1e24" providerId="LiveId" clId="{779DC206-8FD8-46FC-BF16-4ADCED029A8F}" dt="2022-05-25T23:49:28.994" v="276"/>
          <ac:spMkLst>
            <pc:docMk/>
            <pc:sldMk cId="2755628348" sldId="258"/>
            <ac:spMk id="5" creationId="{9268E54A-596B-5E50-6A3F-FBA3FBD028B7}"/>
          </ac:spMkLst>
        </pc:spChg>
      </pc:sldChg>
      <pc:sldChg chg="addSp delSp modSp mod">
        <pc:chgData name="Jose Giron" userId="2eec2bfe826d1e24" providerId="LiveId" clId="{779DC206-8FD8-46FC-BF16-4ADCED029A8F}" dt="2022-05-26T00:31:49.590" v="589"/>
        <pc:sldMkLst>
          <pc:docMk/>
          <pc:sldMk cId="876591877" sldId="260"/>
        </pc:sldMkLst>
        <pc:spChg chg="mod">
          <ac:chgData name="Jose Giron" userId="2eec2bfe826d1e24" providerId="LiveId" clId="{779DC206-8FD8-46FC-BF16-4ADCED029A8F}" dt="2022-05-26T00:31:49.590" v="589"/>
          <ac:spMkLst>
            <pc:docMk/>
            <pc:sldMk cId="876591877" sldId="260"/>
            <ac:spMk id="2" creationId="{9917D819-851E-FA77-E701-00C35E33ACA8}"/>
          </ac:spMkLst>
        </pc:spChg>
        <pc:spChg chg="mod">
          <ac:chgData name="Jose Giron" userId="2eec2bfe826d1e24" providerId="LiveId" clId="{779DC206-8FD8-46FC-BF16-4ADCED029A8F}" dt="2022-05-26T00:30:29.232" v="588" actId="20577"/>
          <ac:spMkLst>
            <pc:docMk/>
            <pc:sldMk cId="876591877" sldId="260"/>
            <ac:spMk id="3" creationId="{DCF4C9B5-FCD9-3594-27C8-BEC542C34915}"/>
          </ac:spMkLst>
        </pc:spChg>
        <pc:cxnChg chg="add mod">
          <ac:chgData name="Jose Giron" userId="2eec2bfe826d1e24" providerId="LiveId" clId="{779DC206-8FD8-46FC-BF16-4ADCED029A8F}" dt="2022-05-26T00:28:10.681" v="555" actId="1076"/>
          <ac:cxnSpMkLst>
            <pc:docMk/>
            <pc:sldMk cId="876591877" sldId="260"/>
            <ac:cxnSpMk id="5" creationId="{C063E93A-3545-6FF4-F98E-467BAFC29429}"/>
          </ac:cxnSpMkLst>
        </pc:cxnChg>
        <pc:cxnChg chg="add mod">
          <ac:chgData name="Jose Giron" userId="2eec2bfe826d1e24" providerId="LiveId" clId="{779DC206-8FD8-46FC-BF16-4ADCED029A8F}" dt="2022-05-26T00:27:13.195" v="550" actId="14100"/>
          <ac:cxnSpMkLst>
            <pc:docMk/>
            <pc:sldMk cId="876591877" sldId="260"/>
            <ac:cxnSpMk id="7" creationId="{080E6CAD-737A-7DF0-3AB9-BB77AC9F809E}"/>
          </ac:cxnSpMkLst>
        </pc:cxnChg>
        <pc:cxnChg chg="add mod">
          <ac:chgData name="Jose Giron" userId="2eec2bfe826d1e24" providerId="LiveId" clId="{779DC206-8FD8-46FC-BF16-4ADCED029A8F}" dt="2022-05-26T00:27:50.392" v="554" actId="14100"/>
          <ac:cxnSpMkLst>
            <pc:docMk/>
            <pc:sldMk cId="876591877" sldId="260"/>
            <ac:cxnSpMk id="13" creationId="{112DFFCB-5D82-CD2D-D872-DE36F5F98E05}"/>
          </ac:cxnSpMkLst>
        </pc:cxnChg>
        <pc:cxnChg chg="add del mod">
          <ac:chgData name="Jose Giron" userId="2eec2bfe826d1e24" providerId="LiveId" clId="{779DC206-8FD8-46FC-BF16-4ADCED029A8F}" dt="2022-05-26T00:29:09.236" v="569" actId="11529"/>
          <ac:cxnSpMkLst>
            <pc:docMk/>
            <pc:sldMk cId="876591877" sldId="260"/>
            <ac:cxnSpMk id="17" creationId="{7DBF485F-68C5-109A-71FC-E38A23B6D5F9}"/>
          </ac:cxnSpMkLst>
        </pc:cxnChg>
        <pc:cxnChg chg="add del mod">
          <ac:chgData name="Jose Giron" userId="2eec2bfe826d1e24" providerId="LiveId" clId="{779DC206-8FD8-46FC-BF16-4ADCED029A8F}" dt="2022-05-26T00:29:08.591" v="568" actId="11529"/>
          <ac:cxnSpMkLst>
            <pc:docMk/>
            <pc:sldMk cId="876591877" sldId="260"/>
            <ac:cxnSpMk id="22" creationId="{301FEE5D-9992-85D7-CC9C-11ACC6494C23}"/>
          </ac:cxnSpMkLst>
        </pc:cxnChg>
        <pc:cxnChg chg="add mod">
          <ac:chgData name="Jose Giron" userId="2eec2bfe826d1e24" providerId="LiveId" clId="{779DC206-8FD8-46FC-BF16-4ADCED029A8F}" dt="2022-05-26T00:30:25.574" v="587" actId="14100"/>
          <ac:cxnSpMkLst>
            <pc:docMk/>
            <pc:sldMk cId="876591877" sldId="260"/>
            <ac:cxnSpMk id="26" creationId="{AE917921-80B4-23C9-BC3D-8AF8E82DF4C1}"/>
          </ac:cxnSpMkLst>
        </pc:cxnChg>
      </pc:sldChg>
      <pc:sldChg chg="addSp delSp modSp mod setBg">
        <pc:chgData name="Jose Giron" userId="2eec2bfe826d1e24" providerId="LiveId" clId="{779DC206-8FD8-46FC-BF16-4ADCED029A8F}" dt="2022-05-26T00:24:45.006" v="517" actId="14100"/>
        <pc:sldMkLst>
          <pc:docMk/>
          <pc:sldMk cId="2220655093" sldId="261"/>
        </pc:sldMkLst>
        <pc:spChg chg="mod">
          <ac:chgData name="Jose Giron" userId="2eec2bfe826d1e24" providerId="LiveId" clId="{779DC206-8FD8-46FC-BF16-4ADCED029A8F}" dt="2022-05-26T00:12:56.910" v="294" actId="20577"/>
          <ac:spMkLst>
            <pc:docMk/>
            <pc:sldMk cId="2220655093" sldId="261"/>
            <ac:spMk id="2" creationId="{9917D819-851E-FA77-E701-00C35E33ACA8}"/>
          </ac:spMkLst>
        </pc:spChg>
        <pc:spChg chg="add del mod">
          <ac:chgData name="Jose Giron" userId="2eec2bfe826d1e24" providerId="LiveId" clId="{779DC206-8FD8-46FC-BF16-4ADCED029A8F}" dt="2022-05-26T00:24:38.852" v="516" actId="20577"/>
          <ac:spMkLst>
            <pc:docMk/>
            <pc:sldMk cId="2220655093" sldId="261"/>
            <ac:spMk id="3" creationId="{DCF4C9B5-FCD9-3594-27C8-BEC542C34915}"/>
          </ac:spMkLst>
        </pc:spChg>
        <pc:spChg chg="add del mod">
          <ac:chgData name="Jose Giron" userId="2eec2bfe826d1e24" providerId="LiveId" clId="{779DC206-8FD8-46FC-BF16-4ADCED029A8F}" dt="2022-05-26T00:19:19.240" v="296"/>
          <ac:spMkLst>
            <pc:docMk/>
            <pc:sldMk cId="2220655093" sldId="261"/>
            <ac:spMk id="5" creationId="{0EC04372-F97B-592F-310E-821C3ABE36E2}"/>
          </ac:spMkLst>
        </pc:spChg>
        <pc:spChg chg="add del">
          <ac:chgData name="Jose Giron" userId="2eec2bfe826d1e24" providerId="LiveId" clId="{779DC206-8FD8-46FC-BF16-4ADCED029A8F}" dt="2022-05-26T00:20:55.134" v="378"/>
          <ac:spMkLst>
            <pc:docMk/>
            <pc:sldMk cId="2220655093" sldId="261"/>
            <ac:spMk id="6" creationId="{8984AE10-9C21-F843-102D-0AB7C2330736}"/>
          </ac:spMkLst>
        </pc:spChg>
        <pc:cxnChg chg="add mod">
          <ac:chgData name="Jose Giron" userId="2eec2bfe826d1e24" providerId="LiveId" clId="{779DC206-8FD8-46FC-BF16-4ADCED029A8F}" dt="2022-05-26T00:23:19.451" v="488" actId="14100"/>
          <ac:cxnSpMkLst>
            <pc:docMk/>
            <pc:sldMk cId="2220655093" sldId="261"/>
            <ac:cxnSpMk id="8" creationId="{28B8FF06-2289-8E23-8E52-8A9DA3BCAEC1}"/>
          </ac:cxnSpMkLst>
        </pc:cxnChg>
        <pc:cxnChg chg="add mod">
          <ac:chgData name="Jose Giron" userId="2eec2bfe826d1e24" providerId="LiveId" clId="{779DC206-8FD8-46FC-BF16-4ADCED029A8F}" dt="2022-05-26T00:23:05.507" v="487" actId="14100"/>
          <ac:cxnSpMkLst>
            <pc:docMk/>
            <pc:sldMk cId="2220655093" sldId="261"/>
            <ac:cxnSpMk id="10" creationId="{5E953D24-6D06-77D6-2451-D79FE760C239}"/>
          </ac:cxnSpMkLst>
        </pc:cxnChg>
        <pc:cxnChg chg="add mod">
          <ac:chgData name="Jose Giron" userId="2eec2bfe826d1e24" providerId="LiveId" clId="{779DC206-8FD8-46FC-BF16-4ADCED029A8F}" dt="2022-05-26T00:24:11.158" v="507" actId="1076"/>
          <ac:cxnSpMkLst>
            <pc:docMk/>
            <pc:sldMk cId="2220655093" sldId="261"/>
            <ac:cxnSpMk id="15" creationId="{A6688B12-3C00-C436-ECC9-84892EA93387}"/>
          </ac:cxnSpMkLst>
        </pc:cxnChg>
        <pc:cxnChg chg="add mod">
          <ac:chgData name="Jose Giron" userId="2eec2bfe826d1e24" providerId="LiveId" clId="{779DC206-8FD8-46FC-BF16-4ADCED029A8F}" dt="2022-05-26T00:24:32.213" v="515" actId="14100"/>
          <ac:cxnSpMkLst>
            <pc:docMk/>
            <pc:sldMk cId="2220655093" sldId="261"/>
            <ac:cxnSpMk id="16" creationId="{28EF140D-992F-7896-9C80-C98958992145}"/>
          </ac:cxnSpMkLst>
        </pc:cxnChg>
        <pc:cxnChg chg="add mod">
          <ac:chgData name="Jose Giron" userId="2eec2bfe826d1e24" providerId="LiveId" clId="{779DC206-8FD8-46FC-BF16-4ADCED029A8F}" dt="2022-05-26T00:24:45.006" v="517" actId="14100"/>
          <ac:cxnSpMkLst>
            <pc:docMk/>
            <pc:sldMk cId="2220655093" sldId="261"/>
            <ac:cxnSpMk id="17" creationId="{DDEC25DC-853D-FF4A-CE5E-F1A71F9E8583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6A7E8-CE78-470E-9A07-74648486FD05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0150B-B319-4329-8BD6-30423CB3C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20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Why?</a:t>
            </a:r>
            <a:br>
              <a:rPr lang="en-US" dirty="0"/>
            </a:br>
            <a:r>
              <a:rPr lang="en-US" dirty="0"/>
              <a:t>We want to grab users´ attention to our site. The better our design is, the more attention we will have from the user. Design to grab the user´s attention. Make your design attractive and striking in the users´ eyes and you will be able to get more out of your websites.</a:t>
            </a:r>
          </a:p>
          <a:p>
            <a:endParaRPr lang="en-US" dirty="0"/>
          </a:p>
          <a:p>
            <a:r>
              <a:rPr lang="en-US" dirty="0"/>
              <a:t>CSS Corners, Borders and Shadows can help you make various elements stand out. The shadow effect in the mouth that this ad has is great.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0150B-B319-4329-8BD6-30423CB3C44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543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CSS Border-radius property allows you to add rounded corners to elements!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0150B-B319-4329-8BD6-30423CB3C44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26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0150B-B319-4329-8BD6-30423CB3C44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227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9E824-FE92-B5FE-4BB3-78F184613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EA3DB-F081-75C3-EA49-98AF4C3E5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F4EBB-235D-C94A-6DB1-E749F2461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0A7D6-D496-47ED-A05D-654D4E2FEA84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B7980-C59A-7198-4791-9D948D3B7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7AABF-546C-174A-B64D-251861455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75990-B09C-4369-AAD6-6EA4D4911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468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2D868-62CC-D4AE-2C74-C3083B1F3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EFA6-89CE-BEFF-EBC2-559C7784F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557A9-3C72-43DC-7384-01506677D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0A7D6-D496-47ED-A05D-654D4E2FEA84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54C77-4531-60E6-B1B6-E7493400D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9D016-95AC-B2C7-B914-F45DC7C99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75990-B09C-4369-AAD6-6EA4D4911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372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21D5A-9548-7768-CBF2-523526621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943DE-756F-8B7A-C524-9042F1486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7D1F2-48F2-35D2-9CE3-5017862B1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0A7D6-D496-47ED-A05D-654D4E2FEA84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DF6F5-EE58-2E5E-C1A6-ADE0E446C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F607E-20A9-9659-333A-74142E0CA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75990-B09C-4369-AAD6-6EA4D4911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088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AE466-39FA-3EE9-EF26-571C03912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09B5E-F822-1B04-0750-515AE18F86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95F6B0-E026-4562-9BAE-82A98EAE8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9A4F80-0783-AAEE-5356-79AFBFE4E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0A7D6-D496-47ED-A05D-654D4E2FEA84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B7262-94F2-3756-F6AE-9EF33436C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5F7BA-0DB7-A8A2-B1BF-0B3EE602A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75990-B09C-4369-AAD6-6EA4D4911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818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05B9C-D470-D39A-BF87-D712B834C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76C3B-7860-C8E9-0ED0-6A16C102D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E857E-E0F5-2806-FD5D-F56B75774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60ECE9-ABE7-C19E-8E0B-97D5D4851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69E482-F655-18D7-F0C9-ECAB0F7ECC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48AE07-F404-9D63-7ADD-666939624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0A7D6-D496-47ED-A05D-654D4E2FEA84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93BF0F-6F38-BA24-E2F1-E9C63B5D2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C05DF6-13CC-169D-540D-FF99D5C54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75990-B09C-4369-AAD6-6EA4D4911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380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17231-3461-435E-B71A-5F620C59E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816465-F50A-402F-B786-E34B5C0DA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0A7D6-D496-47ED-A05D-654D4E2FEA84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3B917A-8DA7-0DDA-3DC7-6277C8254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01FCE8-62E3-701E-3440-9D799727D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75990-B09C-4369-AAD6-6EA4D4911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50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5D191F-9E1B-F605-5729-4E35231F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0A7D6-D496-47ED-A05D-654D4E2FEA84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B51EB6-E732-7412-7B1C-C419E7C2E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64C7B-6150-9BB0-A2B5-BDE074DED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75990-B09C-4369-AAD6-6EA4D4911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619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057C4-1E56-3833-E1EA-397579B25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E24AB-AFBC-4381-9735-5AB850E1E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5870D-2676-5246-9AA4-159D5A872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7BE37A-0334-8F76-B1E1-8C5FDBA3F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0A7D6-D496-47ED-A05D-654D4E2FEA84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797F0-751D-9B9B-D17F-737BD6A29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1E1DB-75F3-2527-76DE-337BF56AB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75990-B09C-4369-AAD6-6EA4D4911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949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A8376-1C04-CD5C-F9F1-67F4DA8AD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BA0DB9-CEC9-5106-F461-6BE4A24953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464C9-38ED-C92B-E69F-C05AC9F97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DF2B9-2188-B9B2-B00D-394C04173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0A7D6-D496-47ED-A05D-654D4E2FEA84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6FAE38-8E38-0647-DB26-62EEDA362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A3095-1FA7-E58A-8B93-4A7BA7EB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75990-B09C-4369-AAD6-6EA4D4911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37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0AE79-3D06-2943-4A8A-DF1784BFC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D94555-923A-FAF9-8041-8508DD7FD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43114-F0EF-9E1E-2E22-E48C369C5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0A7D6-D496-47ED-A05D-654D4E2FEA84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A621A-9D5B-058C-89E2-63F8DADFD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834F6-F4C7-B948-5775-392C62AB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75990-B09C-4369-AAD6-6EA4D4911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580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0A22E2-23FF-F1DA-CD38-B8D6F1D5A8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365C0-41BE-B765-2D44-A6F70F21F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D51BB-6386-3AF0-0695-32D101E0C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0A7D6-D496-47ED-A05D-654D4E2FEA84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E79B5-CB9D-A289-7739-F789BEAEA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B0D7A-3D08-BD18-A995-DA5260944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75990-B09C-4369-AAD6-6EA4D4911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15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5913DC-95C3-AEBA-C25B-63F9EA521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A6D55-AFD1-0108-1EE1-08BC8323C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73E2B-6A01-E5AA-4A87-79F663B5C7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0A7D6-D496-47ED-A05D-654D4E2FEA84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3DA41-2F1A-764B-07BC-15E74C53AB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C5865-BBB1-7F01-6CCA-378F961FB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75990-B09C-4369-AAD6-6EA4D4911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05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0759D0-B988-524D-3441-C902F0C23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CSS Corners, Borders and Shadows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166A29-06BC-2A1E-41D2-11835C6B0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8600" y="4782320"/>
            <a:ext cx="7644627" cy="1329443"/>
          </a:xfrm>
        </p:spPr>
        <p:txBody>
          <a:bodyPr>
            <a:normAutofit/>
          </a:bodyPr>
          <a:lstStyle/>
          <a:p>
            <a:pPr algn="r"/>
            <a:r>
              <a:rPr lang="en-US" sz="2200"/>
              <a:t>Jose Andres Giron </a:t>
            </a:r>
            <a:r>
              <a:rPr lang="en-US" sz="2200" err="1"/>
              <a:t>Giron</a:t>
            </a:r>
            <a:endParaRPr lang="en-US" sz="2200"/>
          </a:p>
          <a:p>
            <a:pPr algn="r"/>
            <a:r>
              <a:rPr lang="en-US" sz="2200"/>
              <a:t>WDD 230</a:t>
            </a:r>
          </a:p>
          <a:p>
            <a:pPr algn="r"/>
            <a:r>
              <a:rPr lang="en-US" sz="2200"/>
              <a:t>BYUi</a:t>
            </a:r>
          </a:p>
        </p:txBody>
      </p:sp>
    </p:spTree>
    <p:extLst>
      <p:ext uri="{BB962C8B-B14F-4D97-AF65-F5344CB8AC3E}">
        <p14:creationId xmlns:p14="http://schemas.microsoft.com/office/powerpoint/2010/main" val="573427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5A7A049A-02BB-7905-AD0F-3896DCFCDE78}"/>
              </a:ext>
            </a:extLst>
          </p:cNvPr>
          <p:cNvSpPr/>
          <p:nvPr/>
        </p:nvSpPr>
        <p:spPr>
          <a:xfrm rot="10800000" flipH="1">
            <a:off x="0" y="0"/>
            <a:ext cx="12192000" cy="6858000"/>
          </a:xfrm>
          <a:prstGeom prst="snip2Diag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17D819-851E-FA77-E701-00C35E33A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974"/>
            <a:ext cx="10515600" cy="1677431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latin typeface="Century Gothic" panose="020B0502020202020204" pitchFamily="34" charset="0"/>
              </a:rPr>
              <a:t>Why?</a:t>
            </a:r>
          </a:p>
        </p:txBody>
      </p:sp>
      <p:pic>
        <p:nvPicPr>
          <p:cNvPr id="1028" name="Picture 4" descr="Business PowerPoint Presentations &amp; Your Audiences Attention - eSlide">
            <a:extLst>
              <a:ext uri="{FF2B5EF4-FFF2-40B4-BE49-F238E27FC236}">
                <a16:creationId xmlns:a16="http://schemas.microsoft.com/office/drawing/2014/main" id="{5AEC7908-AB42-32C1-A6E3-134F0B8BD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60446"/>
            <a:ext cx="4873831" cy="35158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picture containing text, outdoor, road, way&#10;&#10;Description automatically generated">
            <a:extLst>
              <a:ext uri="{FF2B5EF4-FFF2-40B4-BE49-F238E27FC236}">
                <a16:creationId xmlns:a16="http://schemas.microsoft.com/office/drawing/2014/main" id="{19B9C234-65D8-C54F-5295-B2B5B3BDD5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20"/>
          <a:stretch/>
        </p:blipFill>
        <p:spPr>
          <a:xfrm>
            <a:off x="6940097" y="1760446"/>
            <a:ext cx="3851921" cy="48050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5098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5A7A049A-02BB-7905-AD0F-3896DCFCDE78}"/>
              </a:ext>
            </a:extLst>
          </p:cNvPr>
          <p:cNvSpPr/>
          <p:nvPr/>
        </p:nvSpPr>
        <p:spPr>
          <a:xfrm rot="10800000">
            <a:off x="0" y="0"/>
            <a:ext cx="12192000" cy="6858000"/>
          </a:xfrm>
          <a:prstGeom prst="snip2Diag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17D819-851E-FA77-E701-00C35E33A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Corners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4C9B5-FCD9-3594-27C8-BEC542C34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The</a:t>
            </a: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is a shorthand for the following CSS properties:</a:t>
            </a:r>
          </a:p>
          <a:p>
            <a:r>
              <a:rPr lang="en-US" b="0" i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border-top-left-radius</a:t>
            </a:r>
          </a:p>
          <a:p>
            <a:r>
              <a:rPr lang="en-US" b="0" i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border-top-right-radius</a:t>
            </a:r>
          </a:p>
          <a:p>
            <a:r>
              <a:rPr lang="en-US" b="0" i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border-bottom-right-radius</a:t>
            </a:r>
          </a:p>
          <a:p>
            <a:r>
              <a:rPr lang="en-US" b="0" i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border-bottom-left-radius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628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5A7A049A-02BB-7905-AD0F-3896DCFCDE78}"/>
              </a:ext>
            </a:extLst>
          </p:cNvPr>
          <p:cNvSpPr/>
          <p:nvPr/>
        </p:nvSpPr>
        <p:spPr>
          <a:xfrm rot="10800000" flipH="1">
            <a:off x="0" y="0"/>
            <a:ext cx="12192000" cy="6858000"/>
          </a:xfrm>
          <a:prstGeom prst="snip2Diag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17D819-851E-FA77-E701-00C35E33A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Corners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4C9B5-FCD9-3594-27C8-BEC542C34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/*Radius is set for all 4 sides*/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border-radius: </a:t>
            </a:r>
            <a:r>
              <a:rPr lang="en-US" dirty="0"/>
              <a:t>10px;</a:t>
            </a:r>
          </a:p>
          <a:p>
            <a:pPr marL="0" indent="0">
              <a:buNone/>
            </a:pPr>
            <a:r>
              <a:rPr lang="en-US" dirty="0"/>
              <a:t>                           </a:t>
            </a:r>
            <a:endParaRPr lang="en-US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/* top-left-and-bottom-right | top-right-and-bottom-left */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           border-radius: </a:t>
            </a:r>
            <a:r>
              <a:rPr lang="en-US" dirty="0"/>
              <a:t>10px 5%;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/* top-left | top-right-and-bottom-left | bottom-right */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   border-radius: </a:t>
            </a:r>
            <a:r>
              <a:rPr lang="en-US" dirty="0"/>
              <a:t>2px 4px 2px;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B8FF06-2289-8E23-8E52-8A9DA3BCAEC1}"/>
              </a:ext>
            </a:extLst>
          </p:cNvPr>
          <p:cNvCxnSpPr>
            <a:cxnSpLocks/>
          </p:cNvCxnSpPr>
          <p:nvPr/>
        </p:nvCxnSpPr>
        <p:spPr>
          <a:xfrm>
            <a:off x="3051958" y="3740727"/>
            <a:ext cx="1128156" cy="1954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E953D24-6D06-77D6-2451-D79FE760C239}"/>
              </a:ext>
            </a:extLst>
          </p:cNvPr>
          <p:cNvCxnSpPr>
            <a:cxnSpLocks/>
          </p:cNvCxnSpPr>
          <p:nvPr/>
        </p:nvCxnSpPr>
        <p:spPr>
          <a:xfrm flipH="1">
            <a:off x="5557652" y="3871010"/>
            <a:ext cx="1425039" cy="13028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6688B12-3C00-C436-ECC9-84892EA93387}"/>
              </a:ext>
            </a:extLst>
          </p:cNvPr>
          <p:cNvCxnSpPr>
            <a:cxnSpLocks/>
          </p:cNvCxnSpPr>
          <p:nvPr/>
        </p:nvCxnSpPr>
        <p:spPr>
          <a:xfrm>
            <a:off x="2384961" y="5306291"/>
            <a:ext cx="1128156" cy="1954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8EF140D-992F-7896-9C80-C98958992145}"/>
              </a:ext>
            </a:extLst>
          </p:cNvPr>
          <p:cNvCxnSpPr>
            <a:cxnSpLocks/>
          </p:cNvCxnSpPr>
          <p:nvPr/>
        </p:nvCxnSpPr>
        <p:spPr>
          <a:xfrm flipH="1">
            <a:off x="5557652" y="5404003"/>
            <a:ext cx="1696193" cy="2367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DEC25DC-853D-FF4A-CE5E-F1A71F9E8583}"/>
              </a:ext>
            </a:extLst>
          </p:cNvPr>
          <p:cNvCxnSpPr>
            <a:cxnSpLocks/>
          </p:cNvCxnSpPr>
          <p:nvPr/>
        </p:nvCxnSpPr>
        <p:spPr>
          <a:xfrm>
            <a:off x="4351317" y="5306291"/>
            <a:ext cx="0" cy="1628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0655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5A7A049A-02BB-7905-AD0F-3896DCFCDE78}"/>
              </a:ext>
            </a:extLst>
          </p:cNvPr>
          <p:cNvSpPr/>
          <p:nvPr/>
        </p:nvSpPr>
        <p:spPr>
          <a:xfrm rot="10800000">
            <a:off x="0" y="0"/>
            <a:ext cx="12192000" cy="6858000"/>
          </a:xfrm>
          <a:prstGeom prst="snip2Diag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17D819-851E-FA77-E701-00C35E33A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Corners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4C9B5-FCD9-3594-27C8-BEC542C34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/* top-left | top-right | bottom-right | bottom-left */</a:t>
            </a:r>
          </a:p>
          <a:p>
            <a:pPr marL="0" indent="0">
              <a:buNone/>
            </a:pPr>
            <a:r>
              <a:rPr lang="sv-SE" dirty="0">
                <a:solidFill>
                  <a:srgbClr val="00B050"/>
                </a:solidFill>
              </a:rPr>
              <a:t>border-radius: </a:t>
            </a:r>
            <a:r>
              <a:rPr lang="sv-SE" dirty="0"/>
              <a:t>1px 0 3px 4px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/* The syntax of the second radius allows one to four values */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/* (first radius values) / radius */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border-radius: </a:t>
            </a:r>
            <a:r>
              <a:rPr lang="en-US" dirty="0"/>
              <a:t>10px / 20px;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063E93A-3545-6FF4-F98E-467BAFC29429}"/>
              </a:ext>
            </a:extLst>
          </p:cNvPr>
          <p:cNvCxnSpPr>
            <a:cxnSpLocks/>
          </p:cNvCxnSpPr>
          <p:nvPr/>
        </p:nvCxnSpPr>
        <p:spPr>
          <a:xfrm flipH="1">
            <a:off x="4141272" y="2191124"/>
            <a:ext cx="415637" cy="24869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80E6CAD-737A-7DF0-3AB9-BB77AC9F809E}"/>
              </a:ext>
            </a:extLst>
          </p:cNvPr>
          <p:cNvCxnSpPr>
            <a:cxnSpLocks/>
          </p:cNvCxnSpPr>
          <p:nvPr/>
        </p:nvCxnSpPr>
        <p:spPr>
          <a:xfrm>
            <a:off x="3538847" y="2241295"/>
            <a:ext cx="142504" cy="2280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2DFFCB-5D82-CD2D-D872-DE36F5F98E05}"/>
              </a:ext>
            </a:extLst>
          </p:cNvPr>
          <p:cNvCxnSpPr>
            <a:cxnSpLocks/>
          </p:cNvCxnSpPr>
          <p:nvPr/>
        </p:nvCxnSpPr>
        <p:spPr>
          <a:xfrm>
            <a:off x="2362695" y="2191124"/>
            <a:ext cx="716231" cy="27825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AE917921-80B4-23C9-BC3D-8AF8E82DF4C1}"/>
              </a:ext>
            </a:extLst>
          </p:cNvPr>
          <p:cNvCxnSpPr>
            <a:cxnSpLocks/>
          </p:cNvCxnSpPr>
          <p:nvPr/>
        </p:nvCxnSpPr>
        <p:spPr>
          <a:xfrm rot="10800000" flipV="1">
            <a:off x="5016832" y="2191124"/>
            <a:ext cx="3177142" cy="420532"/>
          </a:xfrm>
          <a:prstGeom prst="bentConnector3">
            <a:avLst>
              <a:gd name="adj1" fmla="val -3076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591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5A7A049A-02BB-7905-AD0F-3896DCFCDE78}"/>
              </a:ext>
            </a:extLst>
          </p:cNvPr>
          <p:cNvSpPr/>
          <p:nvPr/>
        </p:nvSpPr>
        <p:spPr>
          <a:xfrm rot="10800000" flipH="1">
            <a:off x="0" y="0"/>
            <a:ext cx="12192000" cy="6858000"/>
          </a:xfrm>
          <a:prstGeom prst="snip2Diag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17D819-851E-FA77-E701-00C35E33A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4C9B5-FCD9-3594-27C8-BEC542C34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956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5A7A049A-02BB-7905-AD0F-3896DCFCDE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snip2Diag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17D819-851E-FA77-E701-00C35E33A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4C9B5-FCD9-3594-27C8-BEC542C34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75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227</Words>
  <Application>Microsoft Office PowerPoint</Application>
  <PresentationFormat>Widescreen</PresentationFormat>
  <Paragraphs>34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Century Gothic</vt:lpstr>
      <vt:lpstr>Consolas</vt:lpstr>
      <vt:lpstr>Office Theme</vt:lpstr>
      <vt:lpstr>CSS Corners, Borders and Shadows</vt:lpstr>
      <vt:lpstr>Why?</vt:lpstr>
      <vt:lpstr>CSS Corners</vt:lpstr>
      <vt:lpstr>CSS Corners Syntax</vt:lpstr>
      <vt:lpstr>CSS Corners Syntax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Corners, Borders and Shadows</dc:title>
  <dc:creator>Giron Giron, Jose Andres</dc:creator>
  <cp:lastModifiedBy>Jose Giron</cp:lastModifiedBy>
  <cp:revision>1</cp:revision>
  <dcterms:created xsi:type="dcterms:W3CDTF">2022-05-25T22:42:35Z</dcterms:created>
  <dcterms:modified xsi:type="dcterms:W3CDTF">2022-05-26T00:31:58Z</dcterms:modified>
</cp:coreProperties>
</file>