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1" r:id="rId5"/>
    <p:sldId id="260" r:id="rId6"/>
    <p:sldId id="262" r:id="rId7"/>
    <p:sldId id="259" r:id="rId8"/>
    <p:sldId id="264" r:id="rId9"/>
    <p:sldId id="267" r:id="rId10"/>
    <p:sldId id="26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9DC206-8FD8-46FC-BF16-4ADCED029A8F}" v="124" dt="2022-05-30T23:19:23.0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8961" autoAdjust="0"/>
  </p:normalViewPr>
  <p:slideViewPr>
    <p:cSldViewPr snapToGrid="0">
      <p:cViewPr varScale="1">
        <p:scale>
          <a:sx n="65" d="100"/>
          <a:sy n="65" d="100"/>
        </p:scale>
        <p:origin x="135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Giron" userId="2eec2bfe826d1e24" providerId="LiveId" clId="{779DC206-8FD8-46FC-BF16-4ADCED029A8F}"/>
    <pc:docChg chg="undo custSel addSld delSld modSld">
      <pc:chgData name="Jose Giron" userId="2eec2bfe826d1e24" providerId="LiveId" clId="{779DC206-8FD8-46FC-BF16-4ADCED029A8F}" dt="2022-05-30T23:21:16.056" v="1502" actId="1076"/>
      <pc:docMkLst>
        <pc:docMk/>
      </pc:docMkLst>
      <pc:sldChg chg="addSp modSp mod modNotesTx">
        <pc:chgData name="Jose Giron" userId="2eec2bfe826d1e24" providerId="LiveId" clId="{779DC206-8FD8-46FC-BF16-4ADCED029A8F}" dt="2022-05-30T23:02:48.482" v="1084" actId="1582"/>
        <pc:sldMkLst>
          <pc:docMk/>
          <pc:sldMk cId="2635098363" sldId="257"/>
        </pc:sldMkLst>
        <pc:spChg chg="mod">
          <ac:chgData name="Jose Giron" userId="2eec2bfe826d1e24" providerId="LiveId" clId="{779DC206-8FD8-46FC-BF16-4ADCED029A8F}" dt="2022-05-30T23:02:48.482" v="1084" actId="1582"/>
          <ac:spMkLst>
            <pc:docMk/>
            <pc:sldMk cId="2635098363" sldId="257"/>
            <ac:spMk id="4" creationId="{5A7A049A-02BB-7905-AD0F-3896DCFCDE78}"/>
          </ac:spMkLst>
        </pc:spChg>
        <pc:picChg chg="add mod modCrop">
          <ac:chgData name="Jose Giron" userId="2eec2bfe826d1e24" providerId="LiveId" clId="{779DC206-8FD8-46FC-BF16-4ADCED029A8F}" dt="2022-05-25T23:36:43.996" v="12" actId="1076"/>
          <ac:picMkLst>
            <pc:docMk/>
            <pc:sldMk cId="2635098363" sldId="257"/>
            <ac:picMk id="9" creationId="{19B9C234-65D8-C54F-5295-B2B5B3BDD5B4}"/>
          </ac:picMkLst>
        </pc:picChg>
      </pc:sldChg>
      <pc:sldChg chg="addSp delSp modSp mod modNotesTx">
        <pc:chgData name="Jose Giron" userId="2eec2bfe826d1e24" providerId="LiveId" clId="{779DC206-8FD8-46FC-BF16-4ADCED029A8F}" dt="2022-05-30T23:03:02.764" v="1085" actId="108"/>
        <pc:sldMkLst>
          <pc:docMk/>
          <pc:sldMk cId="2755628348" sldId="258"/>
        </pc:sldMkLst>
        <pc:spChg chg="mod">
          <ac:chgData name="Jose Giron" userId="2eec2bfe826d1e24" providerId="LiveId" clId="{779DC206-8FD8-46FC-BF16-4ADCED029A8F}" dt="2022-05-25T23:43:04.365" v="48" actId="20577"/>
          <ac:spMkLst>
            <pc:docMk/>
            <pc:sldMk cId="2755628348" sldId="258"/>
            <ac:spMk id="2" creationId="{9917D819-851E-FA77-E701-00C35E33ACA8}"/>
          </ac:spMkLst>
        </pc:spChg>
        <pc:spChg chg="mod">
          <ac:chgData name="Jose Giron" userId="2eec2bfe826d1e24" providerId="LiveId" clId="{779DC206-8FD8-46FC-BF16-4ADCED029A8F}" dt="2022-05-25T23:51:24.628" v="284" actId="207"/>
          <ac:spMkLst>
            <pc:docMk/>
            <pc:sldMk cId="2755628348" sldId="258"/>
            <ac:spMk id="3" creationId="{DCF4C9B5-FCD9-3594-27C8-BEC542C34915}"/>
          </ac:spMkLst>
        </pc:spChg>
        <pc:spChg chg="mod">
          <ac:chgData name="Jose Giron" userId="2eec2bfe826d1e24" providerId="LiveId" clId="{779DC206-8FD8-46FC-BF16-4ADCED029A8F}" dt="2022-05-30T23:03:02.764" v="1085" actId="108"/>
          <ac:spMkLst>
            <pc:docMk/>
            <pc:sldMk cId="2755628348" sldId="258"/>
            <ac:spMk id="4" creationId="{5A7A049A-02BB-7905-AD0F-3896DCFCDE78}"/>
          </ac:spMkLst>
        </pc:spChg>
        <pc:spChg chg="add del">
          <ac:chgData name="Jose Giron" userId="2eec2bfe826d1e24" providerId="LiveId" clId="{779DC206-8FD8-46FC-BF16-4ADCED029A8F}" dt="2022-05-25T23:49:28.994" v="276"/>
          <ac:spMkLst>
            <pc:docMk/>
            <pc:sldMk cId="2755628348" sldId="258"/>
            <ac:spMk id="5" creationId="{9268E54A-596B-5E50-6A3F-FBA3FBD028B7}"/>
          </ac:spMkLst>
        </pc:spChg>
      </pc:sldChg>
      <pc:sldChg chg="modSp mod">
        <pc:chgData name="Jose Giron" userId="2eec2bfe826d1e24" providerId="LiveId" clId="{779DC206-8FD8-46FC-BF16-4ADCED029A8F}" dt="2022-05-30T23:09:12.340" v="1111" actId="693"/>
        <pc:sldMkLst>
          <pc:docMk/>
          <pc:sldMk cId="3715975995" sldId="259"/>
        </pc:sldMkLst>
        <pc:spChg chg="mod">
          <ac:chgData name="Jose Giron" userId="2eec2bfe826d1e24" providerId="LiveId" clId="{779DC206-8FD8-46FC-BF16-4ADCED029A8F}" dt="2022-05-30T22:45:17.484" v="746" actId="113"/>
          <ac:spMkLst>
            <pc:docMk/>
            <pc:sldMk cId="3715975995" sldId="259"/>
            <ac:spMk id="2" creationId="{9917D819-851E-FA77-E701-00C35E33ACA8}"/>
          </ac:spMkLst>
        </pc:spChg>
        <pc:spChg chg="mod">
          <ac:chgData name="Jose Giron" userId="2eec2bfe826d1e24" providerId="LiveId" clId="{779DC206-8FD8-46FC-BF16-4ADCED029A8F}" dt="2022-05-30T22:49:44.334" v="931" actId="207"/>
          <ac:spMkLst>
            <pc:docMk/>
            <pc:sldMk cId="3715975995" sldId="259"/>
            <ac:spMk id="3" creationId="{DCF4C9B5-FCD9-3594-27C8-BEC542C34915}"/>
          </ac:spMkLst>
        </pc:spChg>
        <pc:spChg chg="mod">
          <ac:chgData name="Jose Giron" userId="2eec2bfe826d1e24" providerId="LiveId" clId="{779DC206-8FD8-46FC-BF16-4ADCED029A8F}" dt="2022-05-30T23:09:12.340" v="1111" actId="693"/>
          <ac:spMkLst>
            <pc:docMk/>
            <pc:sldMk cId="3715975995" sldId="259"/>
            <ac:spMk id="4" creationId="{5A7A049A-02BB-7905-AD0F-3896DCFCDE78}"/>
          </ac:spMkLst>
        </pc:spChg>
      </pc:sldChg>
      <pc:sldChg chg="addSp delSp modSp mod modNotesTx">
        <pc:chgData name="Jose Giron" userId="2eec2bfe826d1e24" providerId="LiveId" clId="{779DC206-8FD8-46FC-BF16-4ADCED029A8F}" dt="2022-05-30T23:03:08.381" v="1087" actId="108"/>
        <pc:sldMkLst>
          <pc:docMk/>
          <pc:sldMk cId="876591877" sldId="260"/>
        </pc:sldMkLst>
        <pc:spChg chg="mod">
          <ac:chgData name="Jose Giron" userId="2eec2bfe826d1e24" providerId="LiveId" clId="{779DC206-8FD8-46FC-BF16-4ADCED029A8F}" dt="2022-05-26T00:31:49.590" v="589"/>
          <ac:spMkLst>
            <pc:docMk/>
            <pc:sldMk cId="876591877" sldId="260"/>
            <ac:spMk id="2" creationId="{9917D819-851E-FA77-E701-00C35E33ACA8}"/>
          </ac:spMkLst>
        </pc:spChg>
        <pc:spChg chg="del mod">
          <ac:chgData name="Jose Giron" userId="2eec2bfe826d1e24" providerId="LiveId" clId="{779DC206-8FD8-46FC-BF16-4ADCED029A8F}" dt="2022-05-30T22:58:05.397" v="1069" actId="478"/>
          <ac:spMkLst>
            <pc:docMk/>
            <pc:sldMk cId="876591877" sldId="260"/>
            <ac:spMk id="3" creationId="{DCF4C9B5-FCD9-3594-27C8-BEC542C34915}"/>
          </ac:spMkLst>
        </pc:spChg>
        <pc:spChg chg="mod">
          <ac:chgData name="Jose Giron" userId="2eec2bfe826d1e24" providerId="LiveId" clId="{779DC206-8FD8-46FC-BF16-4ADCED029A8F}" dt="2022-05-30T23:03:08.381" v="1087" actId="108"/>
          <ac:spMkLst>
            <pc:docMk/>
            <pc:sldMk cId="876591877" sldId="260"/>
            <ac:spMk id="4" creationId="{5A7A049A-02BB-7905-AD0F-3896DCFCDE78}"/>
          </ac:spMkLst>
        </pc:spChg>
        <pc:spChg chg="add del mod ord">
          <ac:chgData name="Jose Giron" userId="2eec2bfe826d1e24" providerId="LiveId" clId="{779DC206-8FD8-46FC-BF16-4ADCED029A8F}" dt="2022-05-30T22:31:05.853" v="663" actId="478"/>
          <ac:spMkLst>
            <pc:docMk/>
            <pc:sldMk cId="876591877" sldId="260"/>
            <ac:spMk id="6" creationId="{C97ED18B-1DDD-3BC5-8AC7-37CC9831B8A2}"/>
          </ac:spMkLst>
        </pc:spChg>
        <pc:picChg chg="add mod">
          <ac:chgData name="Jose Giron" userId="2eec2bfe826d1e24" providerId="LiveId" clId="{779DC206-8FD8-46FC-BF16-4ADCED029A8F}" dt="2022-05-30T22:58:10.449" v="1071" actId="1076"/>
          <ac:picMkLst>
            <pc:docMk/>
            <pc:sldMk cId="876591877" sldId="260"/>
            <ac:picMk id="9" creationId="{F40D997B-E81D-11A9-B0BB-814A6CA6512B}"/>
          </ac:picMkLst>
        </pc:picChg>
        <pc:picChg chg="add mod">
          <ac:chgData name="Jose Giron" userId="2eec2bfe826d1e24" providerId="LiveId" clId="{779DC206-8FD8-46FC-BF16-4ADCED029A8F}" dt="2022-05-30T22:58:13.047" v="1072" actId="1076"/>
          <ac:picMkLst>
            <pc:docMk/>
            <pc:sldMk cId="876591877" sldId="260"/>
            <ac:picMk id="11" creationId="{A39E8161-43E8-004A-742D-3ECEEC6E4E91}"/>
          </ac:picMkLst>
        </pc:picChg>
        <pc:picChg chg="add mod">
          <ac:chgData name="Jose Giron" userId="2eec2bfe826d1e24" providerId="LiveId" clId="{779DC206-8FD8-46FC-BF16-4ADCED029A8F}" dt="2022-05-30T22:59:33.606" v="1083" actId="1076"/>
          <ac:picMkLst>
            <pc:docMk/>
            <pc:sldMk cId="876591877" sldId="260"/>
            <ac:picMk id="14" creationId="{CEE52565-88C0-BCDE-EE4B-234F030B8C25}"/>
          </ac:picMkLst>
        </pc:picChg>
        <pc:picChg chg="add del mod">
          <ac:chgData name="Jose Giron" userId="2eec2bfe826d1e24" providerId="LiveId" clId="{779DC206-8FD8-46FC-BF16-4ADCED029A8F}" dt="2022-05-30T22:23:18.830" v="592"/>
          <ac:picMkLst>
            <pc:docMk/>
            <pc:sldMk cId="876591877" sldId="260"/>
            <ac:picMk id="1026" creationId="{A6F2CC8D-7D37-591A-B67E-5483A3B2BBFC}"/>
          </ac:picMkLst>
        </pc:picChg>
        <pc:picChg chg="add del mod">
          <ac:chgData name="Jose Giron" userId="2eec2bfe826d1e24" providerId="LiveId" clId="{779DC206-8FD8-46FC-BF16-4ADCED029A8F}" dt="2022-05-30T22:31:05.244" v="662" actId="478"/>
          <ac:picMkLst>
            <pc:docMk/>
            <pc:sldMk cId="876591877" sldId="260"/>
            <ac:picMk id="1028" creationId="{6ECE745A-1888-C12B-57A8-280874F6C579}"/>
          </ac:picMkLst>
        </pc:picChg>
        <pc:cxnChg chg="add del mod">
          <ac:chgData name="Jose Giron" userId="2eec2bfe826d1e24" providerId="LiveId" clId="{779DC206-8FD8-46FC-BF16-4ADCED029A8F}" dt="2022-05-30T22:58:03.078" v="1067" actId="478"/>
          <ac:cxnSpMkLst>
            <pc:docMk/>
            <pc:sldMk cId="876591877" sldId="260"/>
            <ac:cxnSpMk id="5" creationId="{C063E93A-3545-6FF4-F98E-467BAFC29429}"/>
          </ac:cxnSpMkLst>
        </pc:cxnChg>
        <pc:cxnChg chg="add del mod">
          <ac:chgData name="Jose Giron" userId="2eec2bfe826d1e24" providerId="LiveId" clId="{779DC206-8FD8-46FC-BF16-4ADCED029A8F}" dt="2022-05-30T22:58:02.471" v="1066" actId="478"/>
          <ac:cxnSpMkLst>
            <pc:docMk/>
            <pc:sldMk cId="876591877" sldId="260"/>
            <ac:cxnSpMk id="7" creationId="{080E6CAD-737A-7DF0-3AB9-BB77AC9F809E}"/>
          </ac:cxnSpMkLst>
        </pc:cxnChg>
        <pc:cxnChg chg="add del mod">
          <ac:chgData name="Jose Giron" userId="2eec2bfe826d1e24" providerId="LiveId" clId="{779DC206-8FD8-46FC-BF16-4ADCED029A8F}" dt="2022-05-30T22:58:01.702" v="1065" actId="478"/>
          <ac:cxnSpMkLst>
            <pc:docMk/>
            <pc:sldMk cId="876591877" sldId="260"/>
            <ac:cxnSpMk id="13" creationId="{112DFFCB-5D82-CD2D-D872-DE36F5F98E05}"/>
          </ac:cxnSpMkLst>
        </pc:cxnChg>
        <pc:cxnChg chg="add del mod">
          <ac:chgData name="Jose Giron" userId="2eec2bfe826d1e24" providerId="LiveId" clId="{779DC206-8FD8-46FC-BF16-4ADCED029A8F}" dt="2022-05-26T00:29:09.236" v="569" actId="11529"/>
          <ac:cxnSpMkLst>
            <pc:docMk/>
            <pc:sldMk cId="876591877" sldId="260"/>
            <ac:cxnSpMk id="17" creationId="{7DBF485F-68C5-109A-71FC-E38A23B6D5F9}"/>
          </ac:cxnSpMkLst>
        </pc:cxnChg>
        <pc:cxnChg chg="add del mod">
          <ac:chgData name="Jose Giron" userId="2eec2bfe826d1e24" providerId="LiveId" clId="{779DC206-8FD8-46FC-BF16-4ADCED029A8F}" dt="2022-05-26T00:29:08.591" v="568" actId="11529"/>
          <ac:cxnSpMkLst>
            <pc:docMk/>
            <pc:sldMk cId="876591877" sldId="260"/>
            <ac:cxnSpMk id="22" creationId="{301FEE5D-9992-85D7-CC9C-11ACC6494C23}"/>
          </ac:cxnSpMkLst>
        </pc:cxnChg>
        <pc:cxnChg chg="add del mod">
          <ac:chgData name="Jose Giron" userId="2eec2bfe826d1e24" providerId="LiveId" clId="{779DC206-8FD8-46FC-BF16-4ADCED029A8F}" dt="2022-05-30T22:58:03.668" v="1068" actId="478"/>
          <ac:cxnSpMkLst>
            <pc:docMk/>
            <pc:sldMk cId="876591877" sldId="260"/>
            <ac:cxnSpMk id="26" creationId="{AE917921-80B4-23C9-BC3D-8AF8E82DF4C1}"/>
          </ac:cxnSpMkLst>
        </pc:cxnChg>
      </pc:sldChg>
      <pc:sldChg chg="addSp delSp modSp mod setBg modNotesTx">
        <pc:chgData name="Jose Giron" userId="2eec2bfe826d1e24" providerId="LiveId" clId="{779DC206-8FD8-46FC-BF16-4ADCED029A8F}" dt="2022-05-30T23:03:05.241" v="1086" actId="108"/>
        <pc:sldMkLst>
          <pc:docMk/>
          <pc:sldMk cId="2220655093" sldId="261"/>
        </pc:sldMkLst>
        <pc:spChg chg="mod">
          <ac:chgData name="Jose Giron" userId="2eec2bfe826d1e24" providerId="LiveId" clId="{779DC206-8FD8-46FC-BF16-4ADCED029A8F}" dt="2022-05-26T00:12:56.910" v="294" actId="20577"/>
          <ac:spMkLst>
            <pc:docMk/>
            <pc:sldMk cId="2220655093" sldId="261"/>
            <ac:spMk id="2" creationId="{9917D819-851E-FA77-E701-00C35E33ACA8}"/>
          </ac:spMkLst>
        </pc:spChg>
        <pc:spChg chg="add del mod">
          <ac:chgData name="Jose Giron" userId="2eec2bfe826d1e24" providerId="LiveId" clId="{779DC206-8FD8-46FC-BF16-4ADCED029A8F}" dt="2022-05-30T22:57:03.750" v="1054" actId="20577"/>
          <ac:spMkLst>
            <pc:docMk/>
            <pc:sldMk cId="2220655093" sldId="261"/>
            <ac:spMk id="3" creationId="{DCF4C9B5-FCD9-3594-27C8-BEC542C34915}"/>
          </ac:spMkLst>
        </pc:spChg>
        <pc:spChg chg="mod">
          <ac:chgData name="Jose Giron" userId="2eec2bfe826d1e24" providerId="LiveId" clId="{779DC206-8FD8-46FC-BF16-4ADCED029A8F}" dt="2022-05-30T23:03:05.241" v="1086" actId="108"/>
          <ac:spMkLst>
            <pc:docMk/>
            <pc:sldMk cId="2220655093" sldId="261"/>
            <ac:spMk id="4" creationId="{5A7A049A-02BB-7905-AD0F-3896DCFCDE78}"/>
          </ac:spMkLst>
        </pc:spChg>
        <pc:spChg chg="add del mod">
          <ac:chgData name="Jose Giron" userId="2eec2bfe826d1e24" providerId="LiveId" clId="{779DC206-8FD8-46FC-BF16-4ADCED029A8F}" dt="2022-05-26T00:19:19.240" v="296"/>
          <ac:spMkLst>
            <pc:docMk/>
            <pc:sldMk cId="2220655093" sldId="261"/>
            <ac:spMk id="5" creationId="{0EC04372-F97B-592F-310E-821C3ABE36E2}"/>
          </ac:spMkLst>
        </pc:spChg>
        <pc:spChg chg="add del">
          <ac:chgData name="Jose Giron" userId="2eec2bfe826d1e24" providerId="LiveId" clId="{779DC206-8FD8-46FC-BF16-4ADCED029A8F}" dt="2022-05-26T00:20:55.134" v="378"/>
          <ac:spMkLst>
            <pc:docMk/>
            <pc:sldMk cId="2220655093" sldId="261"/>
            <ac:spMk id="6" creationId="{8984AE10-9C21-F843-102D-0AB7C2330736}"/>
          </ac:spMkLst>
        </pc:spChg>
        <pc:graphicFrameChg chg="add del mod modGraphic">
          <ac:chgData name="Jose Giron" userId="2eec2bfe826d1e24" providerId="LiveId" clId="{779DC206-8FD8-46FC-BF16-4ADCED029A8F}" dt="2022-05-30T22:55:38.048" v="1015" actId="21"/>
          <ac:graphicFrameMkLst>
            <pc:docMk/>
            <pc:sldMk cId="2220655093" sldId="261"/>
            <ac:graphicFrameMk id="5" creationId="{CC223F8D-EB9D-EC41-F3F7-C373548179E9}"/>
          </ac:graphicFrameMkLst>
        </pc:graphicFrameChg>
        <pc:graphicFrameChg chg="add del mod">
          <ac:chgData name="Jose Giron" userId="2eec2bfe826d1e24" providerId="LiveId" clId="{779DC206-8FD8-46FC-BF16-4ADCED029A8F}" dt="2022-05-30T22:55:40.307" v="1017"/>
          <ac:graphicFrameMkLst>
            <pc:docMk/>
            <pc:sldMk cId="2220655093" sldId="261"/>
            <ac:graphicFrameMk id="11" creationId="{CD786030-AA6D-9140-D7EE-B36E56CCDFCD}"/>
          </ac:graphicFrameMkLst>
        </pc:graphicFrameChg>
        <pc:graphicFrameChg chg="add del mod">
          <ac:chgData name="Jose Giron" userId="2eec2bfe826d1e24" providerId="LiveId" clId="{779DC206-8FD8-46FC-BF16-4ADCED029A8F}" dt="2022-05-30T22:55:42.557" v="1021"/>
          <ac:graphicFrameMkLst>
            <pc:docMk/>
            <pc:sldMk cId="2220655093" sldId="261"/>
            <ac:graphicFrameMk id="12" creationId="{BE316605-81B5-3308-50F4-B5CFFC9C79EE}"/>
          </ac:graphicFrameMkLst>
        </pc:graphicFrameChg>
        <pc:cxnChg chg="add del mod">
          <ac:chgData name="Jose Giron" userId="2eec2bfe826d1e24" providerId="LiveId" clId="{779DC206-8FD8-46FC-BF16-4ADCED029A8F}" dt="2022-05-30T22:31:30.068" v="665" actId="478"/>
          <ac:cxnSpMkLst>
            <pc:docMk/>
            <pc:sldMk cId="2220655093" sldId="261"/>
            <ac:cxnSpMk id="8" creationId="{28B8FF06-2289-8E23-8E52-8A9DA3BCAEC1}"/>
          </ac:cxnSpMkLst>
        </pc:cxnChg>
        <pc:cxnChg chg="add del mod">
          <ac:chgData name="Jose Giron" userId="2eec2bfe826d1e24" providerId="LiveId" clId="{779DC206-8FD8-46FC-BF16-4ADCED029A8F}" dt="2022-05-30T22:31:31.375" v="666" actId="478"/>
          <ac:cxnSpMkLst>
            <pc:docMk/>
            <pc:sldMk cId="2220655093" sldId="261"/>
            <ac:cxnSpMk id="10" creationId="{5E953D24-6D06-77D6-2451-D79FE760C239}"/>
          </ac:cxnSpMkLst>
        </pc:cxnChg>
        <pc:cxnChg chg="add mod">
          <ac:chgData name="Jose Giron" userId="2eec2bfe826d1e24" providerId="LiveId" clId="{779DC206-8FD8-46FC-BF16-4ADCED029A8F}" dt="2022-05-30T22:31:41.492" v="671" actId="1076"/>
          <ac:cxnSpMkLst>
            <pc:docMk/>
            <pc:sldMk cId="2220655093" sldId="261"/>
            <ac:cxnSpMk id="15" creationId="{A6688B12-3C00-C436-ECC9-84892EA93387}"/>
          </ac:cxnSpMkLst>
        </pc:cxnChg>
        <pc:cxnChg chg="add mod">
          <ac:chgData name="Jose Giron" userId="2eec2bfe826d1e24" providerId="LiveId" clId="{779DC206-8FD8-46FC-BF16-4ADCED029A8F}" dt="2022-05-30T22:31:46.010" v="673" actId="1076"/>
          <ac:cxnSpMkLst>
            <pc:docMk/>
            <pc:sldMk cId="2220655093" sldId="261"/>
            <ac:cxnSpMk id="16" creationId="{28EF140D-992F-7896-9C80-C98958992145}"/>
          </ac:cxnSpMkLst>
        </pc:cxnChg>
        <pc:cxnChg chg="add mod">
          <ac:chgData name="Jose Giron" userId="2eec2bfe826d1e24" providerId="LiveId" clId="{779DC206-8FD8-46FC-BF16-4ADCED029A8F}" dt="2022-05-30T22:31:43.497" v="672" actId="1076"/>
          <ac:cxnSpMkLst>
            <pc:docMk/>
            <pc:sldMk cId="2220655093" sldId="261"/>
            <ac:cxnSpMk id="17" creationId="{DDEC25DC-853D-FF4A-CE5E-F1A71F9E8583}"/>
          </ac:cxnSpMkLst>
        </pc:cxnChg>
      </pc:sldChg>
      <pc:sldChg chg="addSp delSp modSp mod modNotesTx">
        <pc:chgData name="Jose Giron" userId="2eec2bfe826d1e24" providerId="LiveId" clId="{779DC206-8FD8-46FC-BF16-4ADCED029A8F}" dt="2022-05-30T23:09:33.922" v="1112" actId="693"/>
        <pc:sldMkLst>
          <pc:docMk/>
          <pc:sldMk cId="1480956492" sldId="262"/>
        </pc:sldMkLst>
        <pc:spChg chg="mod">
          <ac:chgData name="Jose Giron" userId="2eec2bfe826d1e24" providerId="LiveId" clId="{779DC206-8FD8-46FC-BF16-4ADCED029A8F}" dt="2022-05-30T22:32:37.416" v="685" actId="20577"/>
          <ac:spMkLst>
            <pc:docMk/>
            <pc:sldMk cId="1480956492" sldId="262"/>
            <ac:spMk id="2" creationId="{9917D819-851E-FA77-E701-00C35E33ACA8}"/>
          </ac:spMkLst>
        </pc:spChg>
        <pc:spChg chg="add del mod">
          <ac:chgData name="Jose Giron" userId="2eec2bfe826d1e24" providerId="LiveId" clId="{779DC206-8FD8-46FC-BF16-4ADCED029A8F}" dt="2022-05-30T22:49:21.976" v="930" actId="12"/>
          <ac:spMkLst>
            <pc:docMk/>
            <pc:sldMk cId="1480956492" sldId="262"/>
            <ac:spMk id="3" creationId="{DCF4C9B5-FCD9-3594-27C8-BEC542C34915}"/>
          </ac:spMkLst>
        </pc:spChg>
        <pc:spChg chg="mod">
          <ac:chgData name="Jose Giron" userId="2eec2bfe826d1e24" providerId="LiveId" clId="{779DC206-8FD8-46FC-BF16-4ADCED029A8F}" dt="2022-05-30T23:09:33.922" v="1112" actId="693"/>
          <ac:spMkLst>
            <pc:docMk/>
            <pc:sldMk cId="1480956492" sldId="262"/>
            <ac:spMk id="4" creationId="{5A7A049A-02BB-7905-AD0F-3896DCFCDE78}"/>
          </ac:spMkLst>
        </pc:spChg>
        <pc:spChg chg="add del mod">
          <ac:chgData name="Jose Giron" userId="2eec2bfe826d1e24" providerId="LiveId" clId="{779DC206-8FD8-46FC-BF16-4ADCED029A8F}" dt="2022-05-30T22:40:47.725" v="687"/>
          <ac:spMkLst>
            <pc:docMk/>
            <pc:sldMk cId="1480956492" sldId="262"/>
            <ac:spMk id="5" creationId="{7EE30F28-543C-1B95-52E3-BDA86274B542}"/>
          </ac:spMkLst>
        </pc:spChg>
      </pc:sldChg>
      <pc:sldChg chg="add del">
        <pc:chgData name="Jose Giron" userId="2eec2bfe826d1e24" providerId="LiveId" clId="{779DC206-8FD8-46FC-BF16-4ADCED029A8F}" dt="2022-05-30T22:58:51.533" v="1077" actId="2696"/>
        <pc:sldMkLst>
          <pc:docMk/>
          <pc:sldMk cId="879993880" sldId="263"/>
        </pc:sldMkLst>
      </pc:sldChg>
      <pc:sldChg chg="modSp add mod setBg">
        <pc:chgData name="Jose Giron" userId="2eec2bfe826d1e24" providerId="LiveId" clId="{779DC206-8FD8-46FC-BF16-4ADCED029A8F}" dt="2022-05-30T23:19:22.015" v="1470"/>
        <pc:sldMkLst>
          <pc:docMk/>
          <pc:sldMk cId="3901861615" sldId="264"/>
        </pc:sldMkLst>
        <pc:spChg chg="mod">
          <ac:chgData name="Jose Giron" userId="2eec2bfe826d1e24" providerId="LiveId" clId="{779DC206-8FD8-46FC-BF16-4ADCED029A8F}" dt="2022-05-30T23:19:22.015" v="1470"/>
          <ac:spMkLst>
            <pc:docMk/>
            <pc:sldMk cId="3901861615" sldId="264"/>
            <ac:spMk id="2" creationId="{9917D819-851E-FA77-E701-00C35E33ACA8}"/>
          </ac:spMkLst>
        </pc:spChg>
        <pc:spChg chg="mod">
          <ac:chgData name="Jose Giron" userId="2eec2bfe826d1e24" providerId="LiveId" clId="{779DC206-8FD8-46FC-BF16-4ADCED029A8F}" dt="2022-05-30T23:19:22.015" v="1470"/>
          <ac:spMkLst>
            <pc:docMk/>
            <pc:sldMk cId="3901861615" sldId="264"/>
            <ac:spMk id="3" creationId="{DCF4C9B5-FCD9-3594-27C8-BEC542C34915}"/>
          </ac:spMkLst>
        </pc:spChg>
        <pc:spChg chg="mod">
          <ac:chgData name="Jose Giron" userId="2eec2bfe826d1e24" providerId="LiveId" clId="{779DC206-8FD8-46FC-BF16-4ADCED029A8F}" dt="2022-05-30T23:09:56.533" v="1113" actId="14861"/>
          <ac:spMkLst>
            <pc:docMk/>
            <pc:sldMk cId="3901861615" sldId="264"/>
            <ac:spMk id="4" creationId="{5A7A049A-02BB-7905-AD0F-3896DCFCDE78}"/>
          </ac:spMkLst>
        </pc:spChg>
      </pc:sldChg>
      <pc:sldChg chg="add del">
        <pc:chgData name="Jose Giron" userId="2eec2bfe826d1e24" providerId="LiveId" clId="{779DC206-8FD8-46FC-BF16-4ADCED029A8F}" dt="2022-05-30T23:07:56.890" v="1107" actId="47"/>
        <pc:sldMkLst>
          <pc:docMk/>
          <pc:sldMk cId="1176888810" sldId="265"/>
        </pc:sldMkLst>
      </pc:sldChg>
      <pc:sldChg chg="add del">
        <pc:chgData name="Jose Giron" userId="2eec2bfe826d1e24" providerId="LiveId" clId="{779DC206-8FD8-46FC-BF16-4ADCED029A8F}" dt="2022-05-30T23:07:56.094" v="1106" actId="47"/>
        <pc:sldMkLst>
          <pc:docMk/>
          <pc:sldMk cId="2429674143" sldId="266"/>
        </pc:sldMkLst>
      </pc:sldChg>
      <pc:sldChg chg="addSp delSp modSp add mod setBg modNotesTx">
        <pc:chgData name="Jose Giron" userId="2eec2bfe826d1e24" providerId="LiveId" clId="{779DC206-8FD8-46FC-BF16-4ADCED029A8F}" dt="2022-05-30T23:20:58.267" v="1496" actId="732"/>
        <pc:sldMkLst>
          <pc:docMk/>
          <pc:sldMk cId="2597589618" sldId="267"/>
        </pc:sldMkLst>
        <pc:spChg chg="mod">
          <ac:chgData name="Jose Giron" userId="2eec2bfe826d1e24" providerId="LiveId" clId="{779DC206-8FD8-46FC-BF16-4ADCED029A8F}" dt="2022-05-30T23:20:28.209" v="1488" actId="1076"/>
          <ac:spMkLst>
            <pc:docMk/>
            <pc:sldMk cId="2597589618" sldId="267"/>
            <ac:spMk id="2" creationId="{9917D819-851E-FA77-E701-00C35E33ACA8}"/>
          </ac:spMkLst>
        </pc:spChg>
        <pc:spChg chg="del mod">
          <ac:chgData name="Jose Giron" userId="2eec2bfe826d1e24" providerId="LiveId" clId="{779DC206-8FD8-46FC-BF16-4ADCED029A8F}" dt="2022-05-30T23:14:56.119" v="1399" actId="22"/>
          <ac:spMkLst>
            <pc:docMk/>
            <pc:sldMk cId="2597589618" sldId="267"/>
            <ac:spMk id="3" creationId="{DCF4C9B5-FCD9-3594-27C8-BEC542C34915}"/>
          </ac:spMkLst>
        </pc:spChg>
        <pc:picChg chg="add mod ord modCrop">
          <ac:chgData name="Jose Giron" userId="2eec2bfe826d1e24" providerId="LiveId" clId="{779DC206-8FD8-46FC-BF16-4ADCED029A8F}" dt="2022-05-30T23:20:44.548" v="1493" actId="14100"/>
          <ac:picMkLst>
            <pc:docMk/>
            <pc:sldMk cId="2597589618" sldId="267"/>
            <ac:picMk id="6" creationId="{01C2B23A-7610-1DB2-6236-0F2AE64EAC19}"/>
          </ac:picMkLst>
        </pc:picChg>
        <pc:picChg chg="add mod modCrop">
          <ac:chgData name="Jose Giron" userId="2eec2bfe826d1e24" providerId="LiveId" clId="{779DC206-8FD8-46FC-BF16-4ADCED029A8F}" dt="2022-05-30T23:20:58.267" v="1496" actId="732"/>
          <ac:picMkLst>
            <pc:docMk/>
            <pc:sldMk cId="2597589618" sldId="267"/>
            <ac:picMk id="8" creationId="{BA352696-6AAE-2708-7BCE-BE7160F44F4D}"/>
          </ac:picMkLst>
        </pc:picChg>
        <pc:picChg chg="add del mod modCrop">
          <ac:chgData name="Jose Giron" userId="2eec2bfe826d1e24" providerId="LiveId" clId="{779DC206-8FD8-46FC-BF16-4ADCED029A8F}" dt="2022-05-30T23:20:17.654" v="1484" actId="478"/>
          <ac:picMkLst>
            <pc:docMk/>
            <pc:sldMk cId="2597589618" sldId="267"/>
            <ac:picMk id="10" creationId="{B977914C-501D-AFB9-29B7-9ED1512E5EB1}"/>
          </ac:picMkLst>
        </pc:picChg>
        <pc:picChg chg="add del mod modCrop">
          <ac:chgData name="Jose Giron" userId="2eec2bfe826d1e24" providerId="LiveId" clId="{779DC206-8FD8-46FC-BF16-4ADCED029A8F}" dt="2022-05-30T23:20:18.095" v="1485" actId="478"/>
          <ac:picMkLst>
            <pc:docMk/>
            <pc:sldMk cId="2597589618" sldId="267"/>
            <ac:picMk id="12" creationId="{86F480AA-9153-F494-89AD-A818655CFB2B}"/>
          </ac:picMkLst>
        </pc:picChg>
        <pc:picChg chg="add del mod modCrop">
          <ac:chgData name="Jose Giron" userId="2eec2bfe826d1e24" providerId="LiveId" clId="{779DC206-8FD8-46FC-BF16-4ADCED029A8F}" dt="2022-05-30T23:19:34.606" v="1474" actId="478"/>
          <ac:picMkLst>
            <pc:docMk/>
            <pc:sldMk cId="2597589618" sldId="267"/>
            <ac:picMk id="14" creationId="{C0D1C118-D26B-AA3A-B8EB-4713F5B7E7E6}"/>
          </ac:picMkLst>
        </pc:picChg>
      </pc:sldChg>
      <pc:sldChg chg="addSp delSp modSp add mod">
        <pc:chgData name="Jose Giron" userId="2eec2bfe826d1e24" providerId="LiveId" clId="{779DC206-8FD8-46FC-BF16-4ADCED029A8F}" dt="2022-05-30T23:21:16.056" v="1502" actId="1076"/>
        <pc:sldMkLst>
          <pc:docMk/>
          <pc:sldMk cId="2915599507" sldId="268"/>
        </pc:sldMkLst>
        <pc:spChg chg="add del">
          <ac:chgData name="Jose Giron" userId="2eec2bfe826d1e24" providerId="LiveId" clId="{779DC206-8FD8-46FC-BF16-4ADCED029A8F}" dt="2022-05-30T23:19:11.674" v="1467" actId="478"/>
          <ac:spMkLst>
            <pc:docMk/>
            <pc:sldMk cId="2915599507" sldId="268"/>
            <ac:spMk id="4" creationId="{5A7A049A-02BB-7905-AD0F-3896DCFCDE78}"/>
          </ac:spMkLst>
        </pc:spChg>
        <pc:spChg chg="add del mod">
          <ac:chgData name="Jose Giron" userId="2eec2bfe826d1e24" providerId="LiveId" clId="{779DC206-8FD8-46FC-BF16-4ADCED029A8F}" dt="2022-05-30T23:19:14.041" v="1468" actId="478"/>
          <ac:spMkLst>
            <pc:docMk/>
            <pc:sldMk cId="2915599507" sldId="268"/>
            <ac:spMk id="9" creationId="{3CC8E9B0-B6C8-13F9-57DC-7C68CCE722A4}"/>
          </ac:spMkLst>
        </pc:spChg>
        <pc:picChg chg="add mod">
          <ac:chgData name="Jose Giron" userId="2eec2bfe826d1e24" providerId="LiveId" clId="{779DC206-8FD8-46FC-BF16-4ADCED029A8F}" dt="2022-05-30T23:21:16.056" v="1502" actId="1076"/>
          <ac:picMkLst>
            <pc:docMk/>
            <pc:sldMk cId="2915599507" sldId="268"/>
            <ac:picMk id="5" creationId="{14AC0B84-2396-E62C-9748-D55A02AE46D3}"/>
          </ac:picMkLst>
        </pc:picChg>
        <pc:picChg chg="del">
          <ac:chgData name="Jose Giron" userId="2eec2bfe826d1e24" providerId="LiveId" clId="{779DC206-8FD8-46FC-BF16-4ADCED029A8F}" dt="2022-05-30T23:19:03.486" v="1463" actId="478"/>
          <ac:picMkLst>
            <pc:docMk/>
            <pc:sldMk cId="2915599507" sldId="268"/>
            <ac:picMk id="6" creationId="{01C2B23A-7610-1DB2-6236-0F2AE64EAC19}"/>
          </ac:picMkLst>
        </pc:picChg>
        <pc:picChg chg="del mod">
          <ac:chgData name="Jose Giron" userId="2eec2bfe826d1e24" providerId="LiveId" clId="{779DC206-8FD8-46FC-BF16-4ADCED029A8F}" dt="2022-05-30T23:20:15.792" v="1483" actId="478"/>
          <ac:picMkLst>
            <pc:docMk/>
            <pc:sldMk cId="2915599507" sldId="268"/>
            <ac:picMk id="8" creationId="{BA352696-6AAE-2708-7BCE-BE7160F44F4D}"/>
          </ac:picMkLst>
        </pc:picChg>
        <pc:picChg chg="mod">
          <ac:chgData name="Jose Giron" userId="2eec2bfe826d1e24" providerId="LiveId" clId="{779DC206-8FD8-46FC-BF16-4ADCED029A8F}" dt="2022-05-30T23:21:03.225" v="1497" actId="1076"/>
          <ac:picMkLst>
            <pc:docMk/>
            <pc:sldMk cId="2915599507" sldId="268"/>
            <ac:picMk id="10" creationId="{B977914C-501D-AFB9-29B7-9ED1512E5EB1}"/>
          </ac:picMkLst>
        </pc:picChg>
        <pc:picChg chg="mod">
          <ac:chgData name="Jose Giron" userId="2eec2bfe826d1e24" providerId="LiveId" clId="{779DC206-8FD8-46FC-BF16-4ADCED029A8F}" dt="2022-05-30T23:21:05.258" v="1498" actId="1076"/>
          <ac:picMkLst>
            <pc:docMk/>
            <pc:sldMk cId="2915599507" sldId="268"/>
            <ac:picMk id="12" creationId="{86F480AA-9153-F494-89AD-A818655CFB2B}"/>
          </ac:picMkLst>
        </pc:picChg>
        <pc:picChg chg="del">
          <ac:chgData name="Jose Giron" userId="2eec2bfe826d1e24" providerId="LiveId" clId="{779DC206-8FD8-46FC-BF16-4ADCED029A8F}" dt="2022-05-30T23:18:55.670" v="1458" actId="478"/>
          <ac:picMkLst>
            <pc:docMk/>
            <pc:sldMk cId="2915599507" sldId="268"/>
            <ac:picMk id="14" creationId="{C0D1C118-D26B-AA3A-B8EB-4713F5B7E7E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E6A7E8-CE78-470E-9A07-74648486FD05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50150B-B319-4329-8BD6-30423CB3C4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720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cssref/pr_border-width.asp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Why?</a:t>
            </a:r>
            <a:br>
              <a:rPr lang="en-US" dirty="0"/>
            </a:br>
            <a:r>
              <a:rPr lang="en-US" dirty="0"/>
              <a:t>We want to grab users´ attention to our site. The better our design is, the more attention we will have from the user. Design to grab the user´s attention. Make your design attractive and striking in the users´ eyes and you will be able to get more out of your websites.</a:t>
            </a:r>
          </a:p>
          <a:p>
            <a:endParaRPr lang="en-US" dirty="0"/>
          </a:p>
          <a:p>
            <a:r>
              <a:rPr lang="en-US" dirty="0"/>
              <a:t>CSS Corners, Borders and Shadows can help you make various elements stand out. The shadow effect in the mouth that this ad has is great.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50150B-B319-4329-8BD6-30423CB3C44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5439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CSS Border-radius property allows you to add rounded corners to elements!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50150B-B319-4329-8BD6-30423CB3C44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3263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parameter. Applies the radius to each and every corner.</a:t>
            </a:r>
          </a:p>
          <a:p>
            <a:r>
              <a:rPr lang="en-US" dirty="0"/>
              <a:t>2 parameters: top-left + bottom-right and a top-right + bottom-left.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50150B-B319-4329-8BD6-30423CB3C44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227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parameters: top-left, to top-right and bottom-left and to bottom-right. </a:t>
            </a:r>
            <a:br>
              <a:rPr lang="en-US" dirty="0"/>
            </a:br>
            <a:r>
              <a:rPr lang="en-US" dirty="0"/>
              <a:t>4 parameters. Clockwise order, starting with top-left.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50150B-B319-4329-8BD6-30423CB3C44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8208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>
                <a:effectLst/>
                <a:hlinkClick r:id="rId3"/>
              </a:rPr>
              <a:t>border-width</a:t>
            </a:r>
            <a:r>
              <a:rPr lang="en-US" i="1" dirty="0">
                <a:effectLst/>
              </a:rPr>
              <a:t> </a:t>
            </a:r>
            <a:r>
              <a:rPr lang="en-US" dirty="0">
                <a:effectLst/>
              </a:rPr>
              <a:t>Specifies the width of the border. Default value is "medium“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50150B-B319-4329-8BD6-30423CB3C44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82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In its simplest use, you only specify the horizontal shadow (2px) and the vertical shadow (2px): </a:t>
            </a:r>
            <a:b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Since for most of us English is not our native tongue let me bring to the table the meaning of offset: “</a:t>
            </a:r>
            <a:r>
              <a:rPr lang="en-US" b="0" i="0" dirty="0">
                <a:effectLst/>
                <a:latin typeface="Roboto" panose="02000000000000000000" pitchFamily="2" charset="0"/>
              </a:rPr>
              <a:t>the amount or distance by which something is out of line”</a:t>
            </a:r>
            <a: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50150B-B319-4329-8BD6-30423CB3C44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891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In its simplest use, you only specify the horizontal shadow (2px) and the vertical shadow (2px): </a:t>
            </a:r>
            <a:b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Since for most of us English is not our native tongue let me bring to the table the meaning of offset: “</a:t>
            </a:r>
            <a:r>
              <a:rPr lang="en-US" b="0" i="0" dirty="0">
                <a:effectLst/>
                <a:latin typeface="Roboto" panose="02000000000000000000" pitchFamily="2" charset="0"/>
              </a:rPr>
              <a:t>the amount or distance by which something is out of line”</a:t>
            </a:r>
            <a: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50150B-B319-4329-8BD6-30423CB3C44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922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9E824-FE92-B5FE-4BB3-78F184613E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7EA3DB-F081-75C3-EA49-98AF4C3E55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F4EBB-235D-C94A-6DB1-E749F2461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B7980-C59A-7198-4791-9D948D3B7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7AABF-546C-174A-B64D-251861455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468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2D868-62CC-D4AE-2C74-C3083B1F3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90EFA6-89CE-BEFF-EBC2-559C7784F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557A9-3C72-43DC-7384-01506677D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54C77-4531-60E6-B1B6-E7493400D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9D016-95AC-B2C7-B914-F45DC7C99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3723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21D5A-9548-7768-CBF2-523526621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943DE-756F-8B7A-C524-9042F1486E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7D1F2-48F2-35D2-9CE3-5017862B1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DF6F5-EE58-2E5E-C1A6-ADE0E446C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F607E-20A9-9659-333A-74142E0CA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088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AE466-39FA-3EE9-EF26-571C0391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F09B5E-F822-1B04-0750-515AE18F86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95F6B0-E026-4562-9BAE-82A98EAE8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9A4F80-0783-AAEE-5356-79AFBFE4E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FB7262-94F2-3756-F6AE-9EF33436C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5F7BA-0DB7-A8A2-B1BF-0B3EE602A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818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05B9C-D470-D39A-BF87-D712B834C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476C3B-7860-C8E9-0ED0-6A16C102D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E857E-E0F5-2806-FD5D-F56B75774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60ECE9-ABE7-C19E-8E0B-97D5D4851F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69E482-F655-18D7-F0C9-ECAB0F7ECC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48AE07-F404-9D63-7ADD-666939624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93BF0F-6F38-BA24-E2F1-E9C63B5D2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C05DF6-13CC-169D-540D-FF99D5C54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380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17231-3461-435E-B71A-5F620C59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816465-F50A-402F-B786-E34B5C0DA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B917A-8DA7-0DDA-3DC7-6277C8254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01FCE8-62E3-701E-3440-9D799727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750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5D191F-9E1B-F605-5729-4E35231F2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B51EB6-E732-7412-7B1C-C419E7C2E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64C7B-6150-9BB0-A2B5-BDE074DED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19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057C4-1E56-3833-E1EA-397579B2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E24AB-AFBC-4381-9735-5AB850E1E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65870D-2676-5246-9AA4-159D5A8725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7BE37A-0334-8F76-B1E1-8C5FDBA3F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7797F0-751D-9B9B-D17F-737BD6A29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1E1DB-75F3-2527-76DE-337BF56A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949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A8376-1C04-CD5C-F9F1-67F4DA8AD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BA0DB9-CEC9-5106-F461-6BE4A24953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F464C9-38ED-C92B-E69F-C05AC9F97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5DF2B9-2188-B9B2-B00D-394C04173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6FAE38-8E38-0647-DB26-62EEDA362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6A3095-1FA7-E58A-8B93-4A7BA7EB3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37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0AE79-3D06-2943-4A8A-DF1784BFC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94555-923A-FAF9-8041-8508DD7FD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43114-F0EF-9E1E-2E22-E48C369C5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A621A-9D5B-058C-89E2-63F8DADFD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6834F6-F4C7-B948-5775-392C62AB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580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0A22E2-23FF-F1DA-CD38-B8D6F1D5A8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C365C0-41BE-B765-2D44-A6F70F21F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D51BB-6386-3AF0-0695-32D101E0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E79B5-CB9D-A289-7739-F789BEAEA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B0D7A-3D08-BD18-A995-DA5260944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315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5913DC-95C3-AEBA-C25B-63F9EA521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3A6D55-AFD1-0108-1EE1-08BC8323C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73E2B-6A01-E5AA-4A87-79F663B5C7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A0A7D6-D496-47ED-A05D-654D4E2FEA84}" type="datetimeFigureOut">
              <a:rPr lang="en-US" smtClean="0"/>
              <a:t>5/30/2022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3DA41-2F1A-764B-07BC-15E74C53AB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C5865-BBB1-7F01-6CCA-378F961FBA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175990-B09C-4369-AAD6-6EA4D4911B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505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E1BEB12-92AF-4445-98AD-4C7756E7C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522C2C-7B5C-48A7-A969-03941E5D2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9C682A1A-5B2D-4111-BBD6-620165633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9476" y="220196"/>
            <a:ext cx="9422524" cy="6637806"/>
          </a:xfrm>
          <a:custGeom>
            <a:avLst/>
            <a:gdLst>
              <a:gd name="connsiteX0" fmla="*/ 4929467 w 8191500"/>
              <a:gd name="connsiteY0" fmla="*/ 0 h 5770597"/>
              <a:gd name="connsiteX1" fmla="*/ 8065066 w 8191500"/>
              <a:gd name="connsiteY1" fmla="*/ 1118513 h 5770597"/>
              <a:gd name="connsiteX2" fmla="*/ 8191500 w 8191500"/>
              <a:gd name="connsiteY2" fmla="*/ 1227339 h 5770597"/>
              <a:gd name="connsiteX3" fmla="*/ 8191500 w 8191500"/>
              <a:gd name="connsiteY3" fmla="*/ 5770597 h 5770597"/>
              <a:gd name="connsiteX4" fmla="*/ 79523 w 8191500"/>
              <a:gd name="connsiteY4" fmla="*/ 5770597 h 5770597"/>
              <a:gd name="connsiteX5" fmla="*/ 56799 w 8191500"/>
              <a:gd name="connsiteY5" fmla="*/ 5644158 h 5770597"/>
              <a:gd name="connsiteX6" fmla="*/ 0 w 8191500"/>
              <a:gd name="connsiteY6" fmla="*/ 4898209 h 5770597"/>
              <a:gd name="connsiteX7" fmla="*/ 4929467 w 8191500"/>
              <a:gd name="connsiteY7" fmla="*/ 0 h 577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191500" h="5770597">
                <a:moveTo>
                  <a:pt x="4929467" y="0"/>
                </a:moveTo>
                <a:cubicBezTo>
                  <a:pt x="6120547" y="0"/>
                  <a:pt x="7212963" y="419755"/>
                  <a:pt x="8065066" y="1118513"/>
                </a:cubicBezTo>
                <a:lnTo>
                  <a:pt x="8191500" y="1227339"/>
                </a:lnTo>
                <a:lnTo>
                  <a:pt x="8191500" y="5770597"/>
                </a:lnTo>
                <a:lnTo>
                  <a:pt x="79523" y="5770597"/>
                </a:lnTo>
                <a:lnTo>
                  <a:pt x="56799" y="5644158"/>
                </a:lnTo>
                <a:cubicBezTo>
                  <a:pt x="19398" y="5400934"/>
                  <a:pt x="0" y="5151822"/>
                  <a:pt x="0" y="4898209"/>
                </a:cubicBezTo>
                <a:cubicBezTo>
                  <a:pt x="0" y="2193003"/>
                  <a:pt x="2206998" y="0"/>
                  <a:pt x="492946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6EE29F2-D77F-4BD0-A20B-334D316A1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09800" y="2099696"/>
            <a:ext cx="1942241" cy="188955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22D09ED2-868F-42C6-866E-F92E0CEF31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520172">
            <a:off x="1613162" y="1492572"/>
            <a:ext cx="2987899" cy="2987899"/>
          </a:xfrm>
          <a:prstGeom prst="arc">
            <a:avLst>
              <a:gd name="adj1" fmla="val 14455503"/>
              <a:gd name="adj2" fmla="val 227775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0759D0-B988-524D-3441-C902F0C23B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38600" y="1939159"/>
            <a:ext cx="7644627" cy="2751086"/>
          </a:xfrm>
        </p:spPr>
        <p:txBody>
          <a:bodyPr>
            <a:normAutofit/>
          </a:bodyPr>
          <a:lstStyle/>
          <a:p>
            <a:pPr algn="r"/>
            <a:r>
              <a:rPr lang="en-US" dirty="0"/>
              <a:t>CSS Corners, Borders and Shadows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166A29-06BC-2A1E-41D2-11835C6B05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8600" y="4782320"/>
            <a:ext cx="7644627" cy="1329443"/>
          </a:xfrm>
        </p:spPr>
        <p:txBody>
          <a:bodyPr>
            <a:normAutofit/>
          </a:bodyPr>
          <a:lstStyle/>
          <a:p>
            <a:pPr algn="r"/>
            <a:r>
              <a:rPr lang="en-US" sz="2200"/>
              <a:t>Jose Andres Giron </a:t>
            </a:r>
            <a:r>
              <a:rPr lang="en-US" sz="2200" err="1"/>
              <a:t>Giron</a:t>
            </a:r>
            <a:endParaRPr lang="en-US" sz="2200"/>
          </a:p>
          <a:p>
            <a:pPr algn="r"/>
            <a:r>
              <a:rPr lang="en-US" sz="2200"/>
              <a:t>WDD 230</a:t>
            </a:r>
          </a:p>
          <a:p>
            <a:pPr algn="r"/>
            <a:r>
              <a:rPr lang="en-US" sz="2200"/>
              <a:t>BYUi</a:t>
            </a:r>
          </a:p>
        </p:txBody>
      </p:sp>
    </p:spTree>
    <p:extLst>
      <p:ext uri="{BB962C8B-B14F-4D97-AF65-F5344CB8AC3E}">
        <p14:creationId xmlns:p14="http://schemas.microsoft.com/office/powerpoint/2010/main" val="573427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5A7A049A-02BB-7905-AD0F-3896DCFCDE78}"/>
              </a:ext>
            </a:extLst>
          </p:cNvPr>
          <p:cNvSpPr/>
          <p:nvPr/>
        </p:nvSpPr>
        <p:spPr>
          <a:xfrm rot="10800000" flipH="1">
            <a:off x="0" y="0"/>
            <a:ext cx="12192000" cy="6858000"/>
          </a:xfrm>
          <a:prstGeom prst="snip2DiagRect">
            <a:avLst/>
          </a:prstGeom>
          <a:ln w="57150"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7D819-851E-FA77-E701-00C35E33A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0974"/>
            <a:ext cx="10515600" cy="1677431"/>
          </a:xfrm>
        </p:spPr>
        <p:txBody>
          <a:bodyPr>
            <a:normAutofit/>
          </a:bodyPr>
          <a:lstStyle/>
          <a:p>
            <a:pPr algn="ctr"/>
            <a:r>
              <a:rPr lang="en-US" sz="6600" dirty="0">
                <a:latin typeface="Century Gothic" panose="020B0502020202020204" pitchFamily="34" charset="0"/>
              </a:rPr>
              <a:t>Why?</a:t>
            </a:r>
          </a:p>
        </p:txBody>
      </p:sp>
      <p:pic>
        <p:nvPicPr>
          <p:cNvPr id="1028" name="Picture 4" descr="Business PowerPoint Presentations &amp; Your Audiences Attention - eSlide">
            <a:extLst>
              <a:ext uri="{FF2B5EF4-FFF2-40B4-BE49-F238E27FC236}">
                <a16:creationId xmlns:a16="http://schemas.microsoft.com/office/drawing/2014/main" id="{5AEC7908-AB42-32C1-A6E3-134F0B8BD9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760446"/>
            <a:ext cx="4873831" cy="35158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picture containing text, outdoor, road, way&#10;&#10;Description automatically generated">
            <a:extLst>
              <a:ext uri="{FF2B5EF4-FFF2-40B4-BE49-F238E27FC236}">
                <a16:creationId xmlns:a16="http://schemas.microsoft.com/office/drawing/2014/main" id="{19B9C234-65D8-C54F-5295-B2B5B3BDD5B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320"/>
          <a:stretch/>
        </p:blipFill>
        <p:spPr>
          <a:xfrm>
            <a:off x="6940097" y="1760446"/>
            <a:ext cx="3851921" cy="48050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35098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5A7A049A-02BB-7905-AD0F-3896DCFCDE78}"/>
              </a:ext>
            </a:extLst>
          </p:cNvPr>
          <p:cNvSpPr/>
          <p:nvPr/>
        </p:nvSpPr>
        <p:spPr>
          <a:xfrm rot="10800000">
            <a:off x="0" y="0"/>
            <a:ext cx="12192000" cy="6858000"/>
          </a:xfrm>
          <a:prstGeom prst="snip2DiagRect">
            <a:avLst/>
          </a:prstGeom>
          <a:ln w="57150"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7D819-851E-FA77-E701-00C35E33A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Corners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4C9B5-FCD9-3594-27C8-BEC542C34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The</a:t>
            </a:r>
            <a:r>
              <a:rPr lang="en-US" b="0" i="0" dirty="0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border-radius</a:t>
            </a:r>
            <a:r>
              <a:rPr lang="en-US" b="0" i="0" dirty="0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is a shorthand for the following CSS properties:</a:t>
            </a:r>
          </a:p>
          <a:p>
            <a:r>
              <a:rPr lang="en-US" b="0" i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border-top-left-radius</a:t>
            </a:r>
          </a:p>
          <a:p>
            <a:r>
              <a:rPr lang="en-US" b="0" i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border-top-right-radius</a:t>
            </a:r>
          </a:p>
          <a:p>
            <a:r>
              <a:rPr lang="en-US" b="0" i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border-bottom-right-radius</a:t>
            </a:r>
          </a:p>
          <a:p>
            <a:r>
              <a:rPr lang="en-US" b="0" i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border-bottom-left-radius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5628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5A7A049A-02BB-7905-AD0F-3896DCFCDE78}"/>
              </a:ext>
            </a:extLst>
          </p:cNvPr>
          <p:cNvSpPr/>
          <p:nvPr/>
        </p:nvSpPr>
        <p:spPr>
          <a:xfrm rot="10800000" flipH="1">
            <a:off x="0" y="0"/>
            <a:ext cx="12192000" cy="6858000"/>
          </a:xfrm>
          <a:prstGeom prst="snip2DiagRect">
            <a:avLst/>
          </a:prstGeom>
          <a:ln w="57150"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7D819-851E-FA77-E701-00C35E33A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Corners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4C9B5-FCD9-3594-27C8-BEC542C34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2060"/>
                </a:solidFill>
              </a:rPr>
              <a:t>/*Radius is set for all 4 sides*/</a:t>
            </a:r>
            <a:endParaRPr lang="en-US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border-radius: </a:t>
            </a:r>
            <a:r>
              <a:rPr lang="en-US" dirty="0"/>
              <a:t>10px;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2060"/>
                </a:solidFill>
              </a:rPr>
              <a:t>/* top-left | top-right-and-bottom-left | bottom-right */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border-radius: </a:t>
            </a:r>
            <a:r>
              <a:rPr lang="en-US" dirty="0"/>
              <a:t>2px 4px 2px;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688B12-3C00-C436-ECC9-84892EA93387}"/>
              </a:ext>
            </a:extLst>
          </p:cNvPr>
          <p:cNvCxnSpPr>
            <a:cxnSpLocks/>
          </p:cNvCxnSpPr>
          <p:nvPr/>
        </p:nvCxnSpPr>
        <p:spPr>
          <a:xfrm>
            <a:off x="2420130" y="3805869"/>
            <a:ext cx="1128156" cy="1954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8EF140D-992F-7896-9C80-C98958992145}"/>
              </a:ext>
            </a:extLst>
          </p:cNvPr>
          <p:cNvCxnSpPr>
            <a:cxnSpLocks/>
          </p:cNvCxnSpPr>
          <p:nvPr/>
        </p:nvCxnSpPr>
        <p:spPr>
          <a:xfrm flipH="1">
            <a:off x="5499036" y="3806691"/>
            <a:ext cx="1696193" cy="2367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DEC25DC-853D-FF4A-CE5E-F1A71F9E8583}"/>
              </a:ext>
            </a:extLst>
          </p:cNvPr>
          <p:cNvCxnSpPr>
            <a:cxnSpLocks/>
          </p:cNvCxnSpPr>
          <p:nvPr/>
        </p:nvCxnSpPr>
        <p:spPr>
          <a:xfrm>
            <a:off x="4363040" y="3805869"/>
            <a:ext cx="0" cy="1628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655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5A7A049A-02BB-7905-AD0F-3896DCFCDE78}"/>
              </a:ext>
            </a:extLst>
          </p:cNvPr>
          <p:cNvSpPr/>
          <p:nvPr/>
        </p:nvSpPr>
        <p:spPr>
          <a:xfrm rot="10800000">
            <a:off x="0" y="0"/>
            <a:ext cx="12192000" cy="6858000"/>
          </a:xfrm>
          <a:prstGeom prst="snip2DiagRect">
            <a:avLst/>
          </a:prstGeom>
          <a:ln w="57150"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7D819-851E-FA77-E701-00C35E33A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Corners Syntax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40D997B-E81D-11A9-B0BB-814A6CA65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55814"/>
            <a:ext cx="8035963" cy="102441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9E8161-43E8-004A-742D-3ECEEC6E4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593962"/>
            <a:ext cx="7681036" cy="105049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EE52565-88C0-BCDE-EE4B-234F030B8C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4163" y="3080228"/>
            <a:ext cx="2720400" cy="2675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591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5A7A049A-02BB-7905-AD0F-3896DCFCDE78}"/>
              </a:ext>
            </a:extLst>
          </p:cNvPr>
          <p:cNvSpPr/>
          <p:nvPr/>
        </p:nvSpPr>
        <p:spPr>
          <a:xfrm rot="10800000" flipH="1">
            <a:off x="0" y="0"/>
            <a:ext cx="12192000" cy="6858000"/>
          </a:xfrm>
          <a:prstGeom prst="snip2DiagRect">
            <a:avLst/>
          </a:prstGeom>
          <a:ln w="57150"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7D819-851E-FA77-E701-00C35E33A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4C9B5-FCD9-3594-27C8-BEC542C34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solidFill>
                  <a:srgbClr val="00B050"/>
                </a:solidFill>
              </a:rPr>
              <a:t>border</a:t>
            </a:r>
            <a:r>
              <a:rPr lang="en-US" dirty="0"/>
              <a:t> property is a shorthand property for:</a:t>
            </a:r>
          </a:p>
          <a:p>
            <a:r>
              <a:rPr lang="en-US" dirty="0">
                <a:solidFill>
                  <a:srgbClr val="00B050"/>
                </a:solidFill>
              </a:rPr>
              <a:t>border-width</a:t>
            </a:r>
          </a:p>
          <a:p>
            <a:r>
              <a:rPr lang="en-US" dirty="0">
                <a:solidFill>
                  <a:srgbClr val="00B050"/>
                </a:solidFill>
              </a:rPr>
              <a:t>border-color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/*If </a:t>
            </a:r>
            <a:r>
              <a:rPr lang="en-US" dirty="0">
                <a:solidFill>
                  <a:srgbClr val="00B050"/>
                </a:solidFill>
              </a:rPr>
              <a:t>border-color</a:t>
            </a:r>
            <a:r>
              <a:rPr lang="en-US" dirty="0"/>
              <a:t>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is omitted, the color applied will be the color of the text*/</a:t>
            </a:r>
          </a:p>
          <a:p>
            <a:pPr marL="0" indent="0">
              <a:buNone/>
            </a:pP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border-style (required)</a:t>
            </a:r>
          </a:p>
          <a:p>
            <a:pPr marL="0" indent="0">
              <a:buNone/>
            </a:pP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0956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5A7A049A-02BB-7905-AD0F-3896DCFCDE7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snip2DiagRect">
            <a:avLst/>
          </a:prstGeom>
          <a:ln w="57150">
            <a:solidFill>
              <a:schemeClr val="accent2"/>
            </a:solidFill>
            <a:prstDash val="sys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7D819-851E-FA77-E701-00C35E33A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B050"/>
                </a:solidFill>
              </a:rPr>
              <a:t>Border-style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4C9B5-FCD9-3594-27C8-BEC542C34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 numCol="2">
            <a:norm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Specifies the style of the border. Default value is "none“</a:t>
            </a:r>
          </a:p>
          <a:p>
            <a:r>
              <a:rPr lang="en-US" dirty="0">
                <a:solidFill>
                  <a:srgbClr val="000000"/>
                </a:solidFill>
                <a:latin typeface="Verdana" panose="020B0604030504040204" pitchFamily="34" charset="0"/>
              </a:rPr>
              <a:t>Values:</a:t>
            </a:r>
          </a:p>
          <a:p>
            <a:pPr lvl="1"/>
            <a:r>
              <a:rPr lang="en-US" dirty="0">
                <a:solidFill>
                  <a:schemeClr val="accent1"/>
                </a:solidFill>
                <a:latin typeface="Verdana" panose="020B0604030504040204" pitchFamily="34" charset="0"/>
              </a:rPr>
              <a:t>Solid</a:t>
            </a:r>
          </a:p>
          <a:p>
            <a:pPr lvl="1"/>
            <a:r>
              <a:rPr lang="en-US" dirty="0">
                <a:solidFill>
                  <a:schemeClr val="accent1"/>
                </a:solidFill>
                <a:latin typeface="Verdana" panose="020B0604030504040204" pitchFamily="34" charset="0"/>
              </a:rPr>
              <a:t>Dotted</a:t>
            </a:r>
          </a:p>
          <a:p>
            <a:pPr lvl="1"/>
            <a:r>
              <a:rPr lang="en-US" dirty="0">
                <a:solidFill>
                  <a:schemeClr val="accent1"/>
                </a:solidFill>
                <a:latin typeface="Verdana" panose="020B0604030504040204" pitchFamily="34" charset="0"/>
              </a:rPr>
              <a:t>Dashed</a:t>
            </a:r>
          </a:p>
          <a:p>
            <a:pPr lvl="1"/>
            <a:r>
              <a:rPr lang="en-US" dirty="0">
                <a:solidFill>
                  <a:schemeClr val="accent1"/>
                </a:solidFill>
                <a:latin typeface="Verdana" panose="020B0604030504040204" pitchFamily="34" charset="0"/>
              </a:rPr>
              <a:t>Inset</a:t>
            </a:r>
          </a:p>
          <a:p>
            <a:pPr lvl="1"/>
            <a:r>
              <a:rPr lang="en-US" dirty="0">
                <a:solidFill>
                  <a:schemeClr val="accent1"/>
                </a:solidFill>
                <a:latin typeface="Verdana" panose="020B0604030504040204" pitchFamily="34" charset="0"/>
              </a:rPr>
              <a:t>Outset</a:t>
            </a:r>
          </a:p>
          <a:p>
            <a:pPr lvl="1"/>
            <a:r>
              <a:rPr lang="en-US" dirty="0">
                <a:solidFill>
                  <a:schemeClr val="accent1"/>
                </a:solidFill>
                <a:latin typeface="Verdana" panose="020B0604030504040204" pitchFamily="34" charset="0"/>
              </a:rPr>
              <a:t>Ridge</a:t>
            </a:r>
          </a:p>
          <a:p>
            <a:pPr lvl="1"/>
            <a:endParaRPr lang="en-US" dirty="0">
              <a:solidFill>
                <a:srgbClr val="000000"/>
              </a:solidFill>
              <a:latin typeface="Verdana" panose="020B0604030504040204" pitchFamily="34" charset="0"/>
            </a:endParaRPr>
          </a:p>
          <a:p>
            <a:pPr lvl="1"/>
            <a:endParaRPr lang="en-US" dirty="0">
              <a:solidFill>
                <a:srgbClr val="000000"/>
              </a:solidFill>
              <a:latin typeface="Verdana" panose="020B0604030504040204" pitchFamily="34" charset="0"/>
            </a:endParaRPr>
          </a:p>
          <a:p>
            <a:pPr lvl="1"/>
            <a:endParaRPr lang="en-US" dirty="0">
              <a:solidFill>
                <a:srgbClr val="000000"/>
              </a:solidFill>
              <a:latin typeface="Verdana" panose="020B0604030504040204" pitchFamily="34" charset="0"/>
            </a:endParaRPr>
          </a:p>
          <a:p>
            <a:pPr lvl="1"/>
            <a:endParaRPr lang="en-US" dirty="0">
              <a:solidFill>
                <a:srgbClr val="000000"/>
              </a:solidFill>
              <a:latin typeface="Verdana" panose="020B0604030504040204" pitchFamily="34" charset="0"/>
            </a:endParaRPr>
          </a:p>
          <a:p>
            <a:pPr lvl="1"/>
            <a:r>
              <a:rPr lang="en-US" dirty="0">
                <a:solidFill>
                  <a:schemeClr val="accent1"/>
                </a:solidFill>
                <a:latin typeface="Verdana" panose="020B0604030504040204" pitchFamily="34" charset="0"/>
              </a:rPr>
              <a:t>Groove</a:t>
            </a:r>
          </a:p>
          <a:p>
            <a:pPr lvl="1"/>
            <a:r>
              <a:rPr lang="en-US" dirty="0">
                <a:solidFill>
                  <a:schemeClr val="accent1"/>
                </a:solidFill>
                <a:latin typeface="Verdana" panose="020B0604030504040204" pitchFamily="34" charset="0"/>
              </a:rPr>
              <a:t>Double</a:t>
            </a:r>
          </a:p>
          <a:p>
            <a:pPr lvl="1"/>
            <a:r>
              <a:rPr lang="en-US" dirty="0">
                <a:solidFill>
                  <a:schemeClr val="accent1"/>
                </a:solidFill>
                <a:latin typeface="Verdana" panose="020B0604030504040204" pitchFamily="34" charset="0"/>
              </a:rPr>
              <a:t>none</a:t>
            </a:r>
          </a:p>
          <a:p>
            <a:pPr lvl="1"/>
            <a:r>
              <a:rPr lang="en-US" dirty="0">
                <a:solidFill>
                  <a:schemeClr val="accent1"/>
                </a:solidFill>
                <a:latin typeface="Verdana" panose="020B0604030504040204" pitchFamily="34" charset="0"/>
              </a:rPr>
              <a:t>Hidden</a:t>
            </a:r>
          </a:p>
          <a:p>
            <a:pPr lvl="1"/>
            <a:endParaRPr lang="en-US" dirty="0">
              <a:solidFill>
                <a:srgbClr val="000000"/>
              </a:solidFill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5975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5A7A049A-02BB-7905-AD0F-3896DCFCDE78}"/>
              </a:ext>
            </a:extLst>
          </p:cNvPr>
          <p:cNvSpPr/>
          <p:nvPr/>
        </p:nvSpPr>
        <p:spPr>
          <a:xfrm rot="10800000">
            <a:off x="0" y="0"/>
            <a:ext cx="12192000" cy="6858000"/>
          </a:xfrm>
          <a:prstGeom prst="snip2DiagRect">
            <a:avLst/>
          </a:prstGeom>
          <a:ln w="57150">
            <a:solidFill>
              <a:schemeClr val="accent2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7D819-851E-FA77-E701-00C35E33A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4C9B5-FCD9-3594-27C8-BEC542C34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CSS you can add shadow to text and to elements.</a:t>
            </a:r>
          </a:p>
          <a:p>
            <a:r>
              <a:rPr lang="en-US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text-shadow</a:t>
            </a:r>
          </a:p>
          <a:p>
            <a:r>
              <a:rPr lang="en-US" dirty="0">
                <a:solidFill>
                  <a:srgbClr val="00B050"/>
                </a:solidFill>
              </a:rPr>
              <a:t>box-shadow</a:t>
            </a:r>
          </a:p>
        </p:txBody>
      </p:sp>
    </p:spTree>
    <p:extLst>
      <p:ext uri="{BB962C8B-B14F-4D97-AF65-F5344CB8AC3E}">
        <p14:creationId xmlns:p14="http://schemas.microsoft.com/office/powerpoint/2010/main" val="39018616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5A7A049A-02BB-7905-AD0F-3896DCFCDE7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snip2DiagRect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7D819-851E-FA77-E701-00C35E33A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1253"/>
            <a:ext cx="10515600" cy="1325563"/>
          </a:xfrm>
        </p:spPr>
        <p:txBody>
          <a:bodyPr/>
          <a:lstStyle/>
          <a:p>
            <a:r>
              <a:rPr lang="en-US" sz="5400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text-shadow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1C2B23A-7610-1DB2-6236-0F2AE64EAC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r="35743" b="81988"/>
          <a:stretch/>
        </p:blipFill>
        <p:spPr>
          <a:xfrm>
            <a:off x="838200" y="2085415"/>
            <a:ext cx="5808786" cy="1023579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352696-6AAE-2708-7BCE-BE7160F44F4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9605" r="34719" b="62096"/>
          <a:stretch/>
        </p:blipFill>
        <p:spPr>
          <a:xfrm>
            <a:off x="838199" y="4068535"/>
            <a:ext cx="5808786" cy="102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5896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5A7A049A-02BB-7905-AD0F-3896DCFCDE7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snip2DiagRect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7D819-851E-FA77-E701-00C35E33A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946"/>
            <a:ext cx="10515600" cy="1325563"/>
          </a:xfrm>
        </p:spPr>
        <p:txBody>
          <a:bodyPr/>
          <a:lstStyle/>
          <a:p>
            <a:r>
              <a:rPr lang="en-US" sz="5400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text-shadow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977914C-501D-AFB9-29B7-9ED1512E5EB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7838" r="51560" b="45502"/>
          <a:stretch/>
        </p:blipFill>
        <p:spPr>
          <a:xfrm>
            <a:off x="838200" y="1533443"/>
            <a:ext cx="4484078" cy="9695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F480AA-9153-F494-89AD-A818655CFB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6358" r="51560" b="26981"/>
          <a:stretch/>
        </p:blipFill>
        <p:spPr>
          <a:xfrm>
            <a:off x="838200" y="3226183"/>
            <a:ext cx="4484078" cy="9695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AC0B84-2396-E62C-9748-D55A02AE4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77050"/>
            <a:ext cx="5029813" cy="112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5995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</TotalTime>
  <Words>429</Words>
  <Application>Microsoft Office PowerPoint</Application>
  <PresentationFormat>Widescreen</PresentationFormat>
  <Paragraphs>65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Calibri Light</vt:lpstr>
      <vt:lpstr>Century Gothic</vt:lpstr>
      <vt:lpstr>Consolas</vt:lpstr>
      <vt:lpstr>Roboto</vt:lpstr>
      <vt:lpstr>Verdana</vt:lpstr>
      <vt:lpstr>Office Theme</vt:lpstr>
      <vt:lpstr>CSS Corners, Borders and Shadows</vt:lpstr>
      <vt:lpstr>Why?</vt:lpstr>
      <vt:lpstr>CSS Corners</vt:lpstr>
      <vt:lpstr>CSS Corners Syntax</vt:lpstr>
      <vt:lpstr>CSS Corners Syntax</vt:lpstr>
      <vt:lpstr>Borders</vt:lpstr>
      <vt:lpstr>Border-style</vt:lpstr>
      <vt:lpstr>Shadow</vt:lpstr>
      <vt:lpstr>text-shadow</vt:lpstr>
      <vt:lpstr>text-shadow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 Corners, Borders and Shadows</dc:title>
  <dc:creator>Giron Giron, Jose Andres</dc:creator>
  <cp:lastModifiedBy>Giron Giron, Jose Andres</cp:lastModifiedBy>
  <cp:revision>1</cp:revision>
  <dcterms:created xsi:type="dcterms:W3CDTF">2022-05-25T22:42:35Z</dcterms:created>
  <dcterms:modified xsi:type="dcterms:W3CDTF">2022-05-30T23:21:16Z</dcterms:modified>
</cp:coreProperties>
</file>